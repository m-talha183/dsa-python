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 /><Relationship Id="rId2" Type="http://schemas.openxmlformats.org/package/2006/relationships/metadata/thumbnail" Target="docProps/thumbnail.jpeg" /><Relationship Id="rId1" Type="http://schemas.openxmlformats.org/officeDocument/2006/relationships/officeDocument" Target="ppt/presentation.xml" /><Relationship Id="rId4" Type="http://schemas.openxmlformats.org/officeDocument/2006/relationships/extended-properties" Target="docProps/app.xml" 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381" r:id="rId2"/>
    <p:sldId id="274" r:id="rId3"/>
    <p:sldId id="382" r:id="rId4"/>
    <p:sldId id="383" r:id="rId5"/>
    <p:sldId id="275" r:id="rId6"/>
    <p:sldId id="282" r:id="rId7"/>
    <p:sldId id="283" r:id="rId8"/>
    <p:sldId id="384" r:id="rId9"/>
    <p:sldId id="385" r:id="rId10"/>
    <p:sldId id="284" r:id="rId11"/>
    <p:sldId id="386" r:id="rId12"/>
    <p:sldId id="286" r:id="rId13"/>
    <p:sldId id="287" r:id="rId14"/>
    <p:sldId id="387" r:id="rId15"/>
    <p:sldId id="288" r:id="rId16"/>
  </p:sldIdLst>
  <p:sldSz cx="9144000" cy="6858000" type="screen4x3"/>
  <p:notesSz cx="6858000" cy="9144000"/>
  <p:defaultTextStyle>
    <a:defPPr>
      <a:defRPr lang="en-US"/>
    </a:defPPr>
    <a:lvl1pPr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1pPr>
    <a:lvl2pPr marL="4572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2pPr>
    <a:lvl3pPr marL="9144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3pPr>
    <a:lvl4pPr marL="13716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4pPr>
    <a:lvl5pPr marL="1828800" algn="l" rtl="0" fontAlgn="base">
      <a:lnSpc>
        <a:spcPct val="80000"/>
      </a:lnSpc>
      <a:spcBef>
        <a:spcPct val="20000"/>
      </a:spcBef>
      <a:spcAft>
        <a:spcPct val="0"/>
      </a:spcAft>
      <a:buFont typeface="Wingdings" panose="05000000000000000000" pitchFamily="2" charset="2"/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5pPr>
    <a:lvl6pPr marL="22860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6pPr>
    <a:lvl7pPr marL="27432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7pPr>
    <a:lvl8pPr marL="32004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8pPr>
    <a:lvl9pPr marL="3657600" algn="l" defTabSz="914400" rtl="0" eaLnBrk="1" latinLnBrk="0" hangingPunct="1">
      <a:defRPr sz="2000" b="1" kern="1200">
        <a:solidFill>
          <a:schemeClr val="tx1"/>
        </a:solidFill>
        <a:latin typeface="Courier New" panose="02070309020205020404" pitchFamily="49" charset="0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996633"/>
    <a:srgbClr val="969696"/>
    <a:srgbClr val="000066"/>
    <a:srgbClr val="660066"/>
    <a:srgbClr val="031855"/>
    <a:srgbClr val="0B1F61"/>
    <a:srgbClr val="0B2671"/>
    <a:srgbClr val="092061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 autoAdjust="0"/>
    <p:restoredTop sz="94660"/>
  </p:normalViewPr>
  <p:slideViewPr>
    <p:cSldViewPr snapToObjects="1">
      <p:cViewPr varScale="1">
        <p:scale>
          <a:sx n="67" d="100"/>
          <a:sy n="67" d="100"/>
        </p:scale>
        <p:origin x="-522" y="-102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>
    <p:cViewPr>
      <p:scale>
        <a:sx n="66" d="100"/>
        <a:sy n="66" d="100"/>
      </p:scale>
      <p:origin x="0" y="9096"/>
    </p:cViewPr>
  </p:sorterViewPr>
  <p:notesViewPr>
    <p:cSldViewPr snapToObjects="1">
      <p:cViewPr varScale="1">
        <p:scale>
          <a:sx n="53" d="100"/>
          <a:sy n="53" d="100"/>
        </p:scale>
        <p:origin x="-1788" y="-90"/>
      </p:cViewPr>
      <p:guideLst>
        <p:guide orient="horz" pos="2880"/>
        <p:guide pos="2160"/>
      </p:guideLst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 /><Relationship Id="rId13" Type="http://schemas.openxmlformats.org/officeDocument/2006/relationships/slide" Target="slides/slide12.xml" /><Relationship Id="rId18" Type="http://schemas.openxmlformats.org/officeDocument/2006/relationships/presProps" Target="presProps.xml" /><Relationship Id="rId3" Type="http://schemas.openxmlformats.org/officeDocument/2006/relationships/slide" Target="slides/slide2.xml" /><Relationship Id="rId21" Type="http://schemas.openxmlformats.org/officeDocument/2006/relationships/tableStyles" Target="tableStyles.xml" /><Relationship Id="rId7" Type="http://schemas.openxmlformats.org/officeDocument/2006/relationships/slide" Target="slides/slide6.xml" /><Relationship Id="rId12" Type="http://schemas.openxmlformats.org/officeDocument/2006/relationships/slide" Target="slides/slide11.xml" /><Relationship Id="rId17" Type="http://schemas.openxmlformats.org/officeDocument/2006/relationships/notesMaster" Target="notesMasters/notesMaster1.xml" /><Relationship Id="rId2" Type="http://schemas.openxmlformats.org/officeDocument/2006/relationships/slide" Target="slides/slide1.xml" /><Relationship Id="rId16" Type="http://schemas.openxmlformats.org/officeDocument/2006/relationships/slide" Target="slides/slide15.xml" /><Relationship Id="rId20" Type="http://schemas.openxmlformats.org/officeDocument/2006/relationships/theme" Target="theme/theme1.xml" /><Relationship Id="rId1" Type="http://schemas.openxmlformats.org/officeDocument/2006/relationships/slideMaster" Target="slideMasters/slideMaster1.xml" /><Relationship Id="rId6" Type="http://schemas.openxmlformats.org/officeDocument/2006/relationships/slide" Target="slides/slide5.xml" /><Relationship Id="rId11" Type="http://schemas.openxmlformats.org/officeDocument/2006/relationships/slide" Target="slides/slide10.xml" /><Relationship Id="rId5" Type="http://schemas.openxmlformats.org/officeDocument/2006/relationships/slide" Target="slides/slide4.xml" /><Relationship Id="rId15" Type="http://schemas.openxmlformats.org/officeDocument/2006/relationships/slide" Target="slides/slide14.xml" /><Relationship Id="rId10" Type="http://schemas.openxmlformats.org/officeDocument/2006/relationships/slide" Target="slides/slide9.xml" /><Relationship Id="rId19" Type="http://schemas.openxmlformats.org/officeDocument/2006/relationships/viewProps" Target="viewProps.xml" /><Relationship Id="rId4" Type="http://schemas.openxmlformats.org/officeDocument/2006/relationships/slide" Target="slides/slide3.xml" /><Relationship Id="rId9" Type="http://schemas.openxmlformats.org/officeDocument/2006/relationships/slide" Target="slides/slide8.xml" /><Relationship Id="rId14" Type="http://schemas.openxmlformats.org/officeDocument/2006/relationships/slide" Target="slides/slide13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 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Rectangle 2">
            <a:extLst>
              <a:ext uri="{FF2B5EF4-FFF2-40B4-BE49-F238E27FC236}">
                <a16:creationId xmlns:a16="http://schemas.microsoft.com/office/drawing/2014/main" id="{632AD1DF-42CD-F50A-3DFB-F2D1894DFB33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099" name="Rectangle 3">
            <a:extLst>
              <a:ext uri="{FF2B5EF4-FFF2-40B4-BE49-F238E27FC236}">
                <a16:creationId xmlns:a16="http://schemas.microsoft.com/office/drawing/2014/main" id="{FF3E919A-CA25-5337-32F4-FE29748B8169}"/>
              </a:ext>
            </a:extLst>
          </p:cNvPr>
          <p:cNvSpPr>
            <a:spLocks noGrp="1" noChangeArrowheads="1"/>
          </p:cNvSpPr>
          <p:nvPr>
            <p:ph type="dt" idx="1"/>
          </p:nvPr>
        </p:nvSpPr>
        <p:spPr bwMode="auto">
          <a:xfrm>
            <a:off x="3886200" y="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100" name="Rectangle 4">
            <a:extLst>
              <a:ext uri="{FF2B5EF4-FFF2-40B4-BE49-F238E27FC236}">
                <a16:creationId xmlns:a16="http://schemas.microsoft.com/office/drawing/2014/main" id="{3FEFF5AB-EBA3-F40F-C2CC-A7D2EF1389BF}"/>
              </a:ext>
            </a:extLst>
          </p:cNvPr>
          <p:cNvSpPr>
            <a:spLocks noGrp="1" noRot="1" noChangeAspect="1" noChangeArrowheads="1" noTextEdit="1"/>
          </p:cNvSpPr>
          <p:nvPr>
            <p:ph type="sldImg" idx="2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noFill/>
          <a:ln w="9525">
            <a:solidFill>
              <a:srgbClr val="000000"/>
            </a:solidFill>
            <a:miter lim="800000"/>
            <a:headEnd/>
            <a:tailEnd/>
          </a:ln>
          <a:effectLst/>
          <a:extLs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rgbClr val="808080"/>
                  </a:outerShdw>
                </a:effectLst>
              </a14:hiddenEffects>
            </a:ext>
            <a:ext uri="{53640926-AAD7-44D8-BBD7-CCE9431645EC}">
              <a14:shadowObscured xmlns:a14="http://schemas.microsoft.com/office/drawing/2010/main" val="1"/>
            </a:ext>
          </a:extLst>
        </p:spPr>
      </p:sp>
      <p:sp>
        <p:nvSpPr>
          <p:cNvPr id="4101" name="Rectangle 5">
            <a:extLst>
              <a:ext uri="{FF2B5EF4-FFF2-40B4-BE49-F238E27FC236}">
                <a16:creationId xmlns:a16="http://schemas.microsoft.com/office/drawing/2014/main" id="{14504734-2E49-35E6-197D-B4853D76F333}"/>
              </a:ext>
            </a:extLst>
          </p:cNvPr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14400" y="4343400"/>
            <a:ext cx="50292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4102" name="Rectangle 6">
            <a:extLst>
              <a:ext uri="{FF2B5EF4-FFF2-40B4-BE49-F238E27FC236}">
                <a16:creationId xmlns:a16="http://schemas.microsoft.com/office/drawing/2014/main" id="{A252B871-27D3-9115-ED63-01327B2DDE8A}"/>
              </a:ext>
            </a:extLst>
          </p:cNvPr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endParaRPr lang="en-US" altLang="en-US"/>
          </a:p>
        </p:txBody>
      </p:sp>
      <p:sp>
        <p:nvSpPr>
          <p:cNvPr id="4103" name="Rectangle 7">
            <a:extLst>
              <a:ext uri="{FF2B5EF4-FFF2-40B4-BE49-F238E27FC236}">
                <a16:creationId xmlns:a16="http://schemas.microsoft.com/office/drawing/2014/main" id="{2E59DD82-87EC-46D4-F302-9ABAC0A754D7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886200" y="8686800"/>
            <a:ext cx="29718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b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1200" b="0">
                <a:latin typeface="Times New Roman" panose="02020603050405020304" pitchFamily="18" charset="0"/>
              </a:defRPr>
            </a:lvl1pPr>
          </a:lstStyle>
          <a:p>
            <a:fld id="{BC965F25-8857-491E-88F6-212009CA960F}" type="slidenum">
              <a:rPr lang="en-US" altLang="en-US"/>
              <a:pPr/>
              <a:t>‹#›</a:t>
            </a:fld>
            <a:endParaRPr lang="en-US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1pPr>
    <a:lvl2pPr marL="4572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2pPr>
    <a:lvl3pPr marL="9144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3pPr>
    <a:lvl4pPr marL="13716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4pPr>
    <a:lvl5pPr marL="1828800" algn="l" rtl="0" fontAlgn="base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anose="02020603050405020304" pitchFamily="18" charset="0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 /><Relationship Id="rId1" Type="http://schemas.openxmlformats.org/officeDocument/2006/relationships/notesMaster" Target="../notesMasters/notesMaster1.xml" 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8266BFF-7155-1FDE-2111-0A611289AAD1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08DCE0DE-A58A-4917-AE68-617462E194B5}" type="slidenum">
              <a:rPr lang="en-US" altLang="en-US"/>
              <a:pPr/>
              <a:t>1</a:t>
            </a:fld>
            <a:endParaRPr lang="en-US" altLang="en-US"/>
          </a:p>
        </p:txBody>
      </p:sp>
      <p:sp>
        <p:nvSpPr>
          <p:cNvPr id="276482" name="Rectangle 2">
            <a:extLst>
              <a:ext uri="{FF2B5EF4-FFF2-40B4-BE49-F238E27FC236}">
                <a16:creationId xmlns:a16="http://schemas.microsoft.com/office/drawing/2014/main" id="{F9C18C09-6327-AD35-AA90-856AA49FA65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6484" name="Rectangle 4">
            <a:extLst>
              <a:ext uri="{FF2B5EF4-FFF2-40B4-BE49-F238E27FC236}">
                <a16:creationId xmlns:a16="http://schemas.microsoft.com/office/drawing/2014/main" id="{E5AF6D32-FEBE-60E6-3C75-F22A84FDF3A0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F0CD569-2700-386C-6548-F99229A1BF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C88F3FA-7CC0-4122-A824-D52203BFCF81}" type="slidenum">
              <a:rPr lang="en-US" altLang="en-US"/>
              <a:pPr/>
              <a:t>2</a:t>
            </a:fld>
            <a:endParaRPr lang="en-US" altLang="en-US"/>
          </a:p>
        </p:txBody>
      </p:sp>
      <p:sp>
        <p:nvSpPr>
          <p:cNvPr id="43010" name="Rectangle 2">
            <a:extLst>
              <a:ext uri="{FF2B5EF4-FFF2-40B4-BE49-F238E27FC236}">
                <a16:creationId xmlns:a16="http://schemas.microsoft.com/office/drawing/2014/main" id="{ED5639A3-A29E-3083-1DE4-D594E6670D1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3012" name="Rectangle 4">
            <a:extLst>
              <a:ext uri="{FF2B5EF4-FFF2-40B4-BE49-F238E27FC236}">
                <a16:creationId xmlns:a16="http://schemas.microsoft.com/office/drawing/2014/main" id="{E84B6CCE-B3B8-14B2-A3CD-9A48C25AD72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5EE180E1-8027-D206-E761-F6920DD521A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41DB5A1-5538-4699-A4D0-CA0342F17965}" type="slidenum">
              <a:rPr lang="en-US" altLang="en-US"/>
              <a:pPr/>
              <a:t>3</a:t>
            </a:fld>
            <a:endParaRPr lang="en-US" altLang="en-US"/>
          </a:p>
        </p:txBody>
      </p:sp>
      <p:sp>
        <p:nvSpPr>
          <p:cNvPr id="278530" name="Rectangle 2">
            <a:extLst>
              <a:ext uri="{FF2B5EF4-FFF2-40B4-BE49-F238E27FC236}">
                <a16:creationId xmlns:a16="http://schemas.microsoft.com/office/drawing/2014/main" id="{2C32D5B9-30A3-DC08-973E-4D9132C4827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78532" name="Rectangle 4">
            <a:extLst>
              <a:ext uri="{FF2B5EF4-FFF2-40B4-BE49-F238E27FC236}">
                <a16:creationId xmlns:a16="http://schemas.microsoft.com/office/drawing/2014/main" id="{F689E76E-41B3-E767-27F9-B8C282C90A4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E56B28CD-2F5C-45B0-FD59-4473EDAF1A3B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B75EF92C-AFE1-439C-AC93-0D5DD94774A9}" type="slidenum">
              <a:rPr lang="en-US" altLang="en-US"/>
              <a:pPr/>
              <a:t>4</a:t>
            </a:fld>
            <a:endParaRPr lang="en-US" altLang="en-US"/>
          </a:p>
        </p:txBody>
      </p:sp>
      <p:sp>
        <p:nvSpPr>
          <p:cNvPr id="280578" name="Rectangle 1026">
            <a:extLst>
              <a:ext uri="{FF2B5EF4-FFF2-40B4-BE49-F238E27FC236}">
                <a16:creationId xmlns:a16="http://schemas.microsoft.com/office/drawing/2014/main" id="{6DE7B757-90E8-7C2C-1EC2-6ED14C8F7AE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0580" name="Rectangle 1028">
            <a:extLst>
              <a:ext uri="{FF2B5EF4-FFF2-40B4-BE49-F238E27FC236}">
                <a16:creationId xmlns:a16="http://schemas.microsoft.com/office/drawing/2014/main" id="{D15D41A6-70DC-498A-C23C-C12527599E6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012F0D1-243A-AC3C-0EE6-255E30273B2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532F2CF-F947-4658-9213-7045FDD97192}" type="slidenum">
              <a:rPr lang="en-US" altLang="en-US"/>
              <a:pPr/>
              <a:t>5</a:t>
            </a:fld>
            <a:endParaRPr lang="en-US" altLang="en-US"/>
          </a:p>
        </p:txBody>
      </p:sp>
      <p:sp>
        <p:nvSpPr>
          <p:cNvPr id="45058" name="Rectangle 2">
            <a:extLst>
              <a:ext uri="{FF2B5EF4-FFF2-40B4-BE49-F238E27FC236}">
                <a16:creationId xmlns:a16="http://schemas.microsoft.com/office/drawing/2014/main" id="{D8A769AB-17A3-7CAF-995C-3578BE099EB7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45060" name="Rectangle 4">
            <a:extLst>
              <a:ext uri="{FF2B5EF4-FFF2-40B4-BE49-F238E27FC236}">
                <a16:creationId xmlns:a16="http://schemas.microsoft.com/office/drawing/2014/main" id="{ED516E80-5596-68FD-1DCC-8920FA7CF544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319D0BA-9B4D-2DAB-7213-86869C5274CC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964196E-238C-4BC9-985C-C8FDE74362BD}" type="slidenum">
              <a:rPr lang="en-US" altLang="en-US"/>
              <a:pPr/>
              <a:t>6</a:t>
            </a:fld>
            <a:endParaRPr lang="en-US" altLang="en-US"/>
          </a:p>
        </p:txBody>
      </p:sp>
      <p:sp>
        <p:nvSpPr>
          <p:cNvPr id="59394" name="Rectangle 2">
            <a:extLst>
              <a:ext uri="{FF2B5EF4-FFF2-40B4-BE49-F238E27FC236}">
                <a16:creationId xmlns:a16="http://schemas.microsoft.com/office/drawing/2014/main" id="{97A56309-D91C-7EA1-997B-FA30571D792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59396" name="Rectangle 4">
            <a:extLst>
              <a:ext uri="{FF2B5EF4-FFF2-40B4-BE49-F238E27FC236}">
                <a16:creationId xmlns:a16="http://schemas.microsoft.com/office/drawing/2014/main" id="{B70DC950-3152-5315-EB98-10671C95F6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8F61D8B-9DB3-809B-9E3A-29F48B6A78A8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B0E98DB-EFDD-4B8D-8762-1F5BBFCCA3F7}" type="slidenum">
              <a:rPr lang="en-US" altLang="en-US"/>
              <a:pPr/>
              <a:t>7</a:t>
            </a:fld>
            <a:endParaRPr lang="en-US" altLang="en-US"/>
          </a:p>
        </p:txBody>
      </p:sp>
      <p:sp>
        <p:nvSpPr>
          <p:cNvPr id="61442" name="Rectangle 2">
            <a:extLst>
              <a:ext uri="{FF2B5EF4-FFF2-40B4-BE49-F238E27FC236}">
                <a16:creationId xmlns:a16="http://schemas.microsoft.com/office/drawing/2014/main" id="{E7320196-9C68-7B63-DFBF-C4052454D05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1444" name="Rectangle 4">
            <a:extLst>
              <a:ext uri="{FF2B5EF4-FFF2-40B4-BE49-F238E27FC236}">
                <a16:creationId xmlns:a16="http://schemas.microsoft.com/office/drawing/2014/main" id="{DD714C24-0BA5-64EE-A76D-6A9FF72A601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A4727B9F-5CC6-3552-468A-F09E35BCEBAE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198DEEF8-4686-4C12-9A3E-3E6384CFE332}" type="slidenum">
              <a:rPr lang="en-US" altLang="en-US"/>
              <a:pPr/>
              <a:t>8</a:t>
            </a:fld>
            <a:endParaRPr lang="en-US" altLang="en-US"/>
          </a:p>
        </p:txBody>
      </p:sp>
      <p:sp>
        <p:nvSpPr>
          <p:cNvPr id="282626" name="Rectangle 2">
            <a:extLst>
              <a:ext uri="{FF2B5EF4-FFF2-40B4-BE49-F238E27FC236}">
                <a16:creationId xmlns:a16="http://schemas.microsoft.com/office/drawing/2014/main" id="{4105C484-F727-D116-D6C2-206E017D736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2628" name="Rectangle 4">
            <a:extLst>
              <a:ext uri="{FF2B5EF4-FFF2-40B4-BE49-F238E27FC236}">
                <a16:creationId xmlns:a16="http://schemas.microsoft.com/office/drawing/2014/main" id="{388212F3-4ED5-0F68-F0C8-DDACAD0C649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3DDF00D-248C-C073-2A15-555BCC9B69E2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3EBD27DB-3750-4F2B-B23B-3E880E768371}" type="slidenum">
              <a:rPr lang="en-US" altLang="en-US"/>
              <a:pPr/>
              <a:t>9</a:t>
            </a:fld>
            <a:endParaRPr lang="en-US" altLang="en-US"/>
          </a:p>
        </p:txBody>
      </p:sp>
      <p:sp>
        <p:nvSpPr>
          <p:cNvPr id="284674" name="Rectangle 2">
            <a:extLst>
              <a:ext uri="{FF2B5EF4-FFF2-40B4-BE49-F238E27FC236}">
                <a16:creationId xmlns:a16="http://schemas.microsoft.com/office/drawing/2014/main" id="{33C3D82A-565F-1DFE-DB28-72EB3323440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4676" name="Rectangle 4">
            <a:extLst>
              <a:ext uri="{FF2B5EF4-FFF2-40B4-BE49-F238E27FC236}">
                <a16:creationId xmlns:a16="http://schemas.microsoft.com/office/drawing/2014/main" id="{65DF7DF9-7E9C-DDA0-05C8-0EC67D15485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39848226-F7A6-1231-AABA-C0D2DEBBEC3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EC17F965-E13F-474B-BA98-5BC8D4D03D4A}" type="slidenum">
              <a:rPr lang="en-US" altLang="en-US"/>
              <a:pPr/>
              <a:t>10</a:t>
            </a:fld>
            <a:endParaRPr lang="en-US" altLang="en-US"/>
          </a:p>
        </p:txBody>
      </p:sp>
      <p:sp>
        <p:nvSpPr>
          <p:cNvPr id="63490" name="Rectangle 2">
            <a:extLst>
              <a:ext uri="{FF2B5EF4-FFF2-40B4-BE49-F238E27FC236}">
                <a16:creationId xmlns:a16="http://schemas.microsoft.com/office/drawing/2014/main" id="{A1C73383-56FE-8A8F-B8D1-9BA1B3D4CCD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4">
            <a:extLst>
              <a:ext uri="{FF2B5EF4-FFF2-40B4-BE49-F238E27FC236}">
                <a16:creationId xmlns:a16="http://schemas.microsoft.com/office/drawing/2014/main" id="{500E5F57-46F4-5A4E-4B20-31C701AF90F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BEB826C2-19EF-14ED-DA14-9E91F8A7FFE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29A7CF5E-FEA4-4023-92E7-AC81E754393C}" type="slidenum">
              <a:rPr lang="en-US" altLang="en-US"/>
              <a:pPr/>
              <a:t>11</a:t>
            </a:fld>
            <a:endParaRPr lang="en-US" altLang="en-US"/>
          </a:p>
        </p:txBody>
      </p:sp>
      <p:sp>
        <p:nvSpPr>
          <p:cNvPr id="286722" name="Rectangle 2">
            <a:extLst>
              <a:ext uri="{FF2B5EF4-FFF2-40B4-BE49-F238E27FC236}">
                <a16:creationId xmlns:a16="http://schemas.microsoft.com/office/drawing/2014/main" id="{75661C1E-AA0B-77C1-C471-60A636016FDD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6724" name="Rectangle 4">
            <a:extLst>
              <a:ext uri="{FF2B5EF4-FFF2-40B4-BE49-F238E27FC236}">
                <a16:creationId xmlns:a16="http://schemas.microsoft.com/office/drawing/2014/main" id="{74038CD5-B071-4DAA-263D-AA731038B79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67DD07F1-7384-854B-D6A2-8BD5613168D5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FD337C64-1E78-4970-89C6-D6971AF6EF4B}" type="slidenum">
              <a:rPr lang="en-US" altLang="en-US"/>
              <a:pPr/>
              <a:t>12</a:t>
            </a:fld>
            <a:endParaRPr lang="en-US" altLang="en-US"/>
          </a:p>
        </p:txBody>
      </p:sp>
      <p:sp>
        <p:nvSpPr>
          <p:cNvPr id="67586" name="Rectangle 2">
            <a:extLst>
              <a:ext uri="{FF2B5EF4-FFF2-40B4-BE49-F238E27FC236}">
                <a16:creationId xmlns:a16="http://schemas.microsoft.com/office/drawing/2014/main" id="{1EF14B13-F1BA-B76C-56C9-B130AF7FF5CF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7588" name="Rectangle 4">
            <a:extLst>
              <a:ext uri="{FF2B5EF4-FFF2-40B4-BE49-F238E27FC236}">
                <a16:creationId xmlns:a16="http://schemas.microsoft.com/office/drawing/2014/main" id="{1F2C7801-77AF-4495-E7C5-F5AB3EBFBD59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1BABC9A4-6BCC-970C-5D5C-825BD342A9EF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CC8FAC67-510F-4F52-8015-EB80F615AB8D}" type="slidenum">
              <a:rPr lang="en-US" altLang="en-US"/>
              <a:pPr/>
              <a:t>13</a:t>
            </a:fld>
            <a:endParaRPr lang="en-US" altLang="en-US"/>
          </a:p>
        </p:txBody>
      </p:sp>
      <p:sp>
        <p:nvSpPr>
          <p:cNvPr id="69634" name="Rectangle 2">
            <a:extLst>
              <a:ext uri="{FF2B5EF4-FFF2-40B4-BE49-F238E27FC236}">
                <a16:creationId xmlns:a16="http://schemas.microsoft.com/office/drawing/2014/main" id="{586A9CB4-02CE-36BD-1390-56A314EC4D5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9636" name="Rectangle 4">
            <a:extLst>
              <a:ext uri="{FF2B5EF4-FFF2-40B4-BE49-F238E27FC236}">
                <a16:creationId xmlns:a16="http://schemas.microsoft.com/office/drawing/2014/main" id="{29C605F6-3DA8-FD01-FF54-C2F05E98BFF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76C95F95-AAEC-D968-E6A9-BB49D014C880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76408B75-9137-4F15-A494-CEFC80FED002}" type="slidenum">
              <a:rPr lang="en-US" altLang="en-US"/>
              <a:pPr/>
              <a:t>14</a:t>
            </a:fld>
            <a:endParaRPr lang="en-US" altLang="en-US"/>
          </a:p>
        </p:txBody>
      </p:sp>
      <p:sp>
        <p:nvSpPr>
          <p:cNvPr id="288770" name="Rectangle 1026">
            <a:extLst>
              <a:ext uri="{FF2B5EF4-FFF2-40B4-BE49-F238E27FC236}">
                <a16:creationId xmlns:a16="http://schemas.microsoft.com/office/drawing/2014/main" id="{7E4D50CC-5CB3-5326-6538-8544F5E8D13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288772" name="Rectangle 1028">
            <a:extLst>
              <a:ext uri="{FF2B5EF4-FFF2-40B4-BE49-F238E27FC236}">
                <a16:creationId xmlns:a16="http://schemas.microsoft.com/office/drawing/2014/main" id="{1C72C499-507E-84BA-D1C9-FE120BB156F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7">
            <a:extLst>
              <a:ext uri="{FF2B5EF4-FFF2-40B4-BE49-F238E27FC236}">
                <a16:creationId xmlns:a16="http://schemas.microsoft.com/office/drawing/2014/main" id="{DF7B92F3-A80E-C4FC-B3F0-81C49FE61AC9}"/>
              </a:ext>
            </a:extLst>
          </p:cNvPr>
          <p:cNvSpPr>
            <a:spLocks noGrp="1" noChangeArrowheads="1"/>
          </p:cNvSpPr>
          <p:nvPr>
            <p:ph type="sldNum" sz="quarter" idx="5"/>
          </p:nvPr>
        </p:nvSpPr>
        <p:spPr>
          <a:ln/>
        </p:spPr>
        <p:txBody>
          <a:bodyPr/>
          <a:lstStyle/>
          <a:p>
            <a:fld id="{AA93E49F-9266-494B-8F0C-D21E8575E6CC}" type="slidenum">
              <a:rPr lang="en-US" altLang="en-US"/>
              <a:pPr/>
              <a:t>15</a:t>
            </a:fld>
            <a:endParaRPr lang="en-US" altLang="en-US"/>
          </a:p>
        </p:txBody>
      </p:sp>
      <p:sp>
        <p:nvSpPr>
          <p:cNvPr id="71682" name="Rectangle 2">
            <a:extLst>
              <a:ext uri="{FF2B5EF4-FFF2-40B4-BE49-F238E27FC236}">
                <a16:creationId xmlns:a16="http://schemas.microsoft.com/office/drawing/2014/main" id="{768C36E3-EDA1-519A-9C5B-99258F19D318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43000" y="685800"/>
            <a:ext cx="4572000" cy="3429000"/>
          </a:xfrm>
          <a:prstGeom prst="rect">
            <a:avLst/>
          </a:prstGeom>
          <a:solidFill>
            <a:srgbClr val="FFFFFF"/>
          </a:solidFill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1684" name="Rectangle 4">
            <a:extLst>
              <a:ext uri="{FF2B5EF4-FFF2-40B4-BE49-F238E27FC236}">
                <a16:creationId xmlns:a16="http://schemas.microsoft.com/office/drawing/2014/main" id="{4CA919DC-F838-D4A2-1B35-5F394BF5C6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/>
        <p:txBody>
          <a:bodyPr/>
          <a:lstStyle/>
          <a:p>
            <a:endParaRPr lang="en-US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 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0614CE6-E4F0-8368-32C4-9EB364E2D8A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30D26A1-641F-22A9-20E4-727DD1EB3A1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A10981ED-D74D-783B-50CA-01D16C762E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45A4198-D117-D094-2582-4C6D977A45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E6EAD11-C754-64E1-CB1F-1A092583A3E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9A9CB9B-22FC-4D59-88FA-F9DCA925BD09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99767828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B1AD49-F655-0D11-6228-DE6C7652F57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A3723DE-9D7E-B285-FEE9-A9F7173830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28D5A44-7166-489E-050E-8005EDD611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02BD917-937E-0722-3EAB-7840B70D977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DD3C4B25-823B-BA9D-DE73-A0E2BBDB12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396406E3-8C6B-4851-B5DE-C370F9A59F0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10858106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39283B-B4C8-2265-0422-CDA4B8B9D4F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B661818-014A-044B-C72F-7E2EC9829AA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2400"/>
            </a:lvl1pPr>
            <a:lvl2pPr marL="457200" indent="0">
              <a:buNone/>
              <a:defRPr sz="2000"/>
            </a:lvl2pPr>
            <a:lvl3pPr marL="914400" indent="0">
              <a:buNone/>
              <a:defRPr sz="18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6ADC5CB-1001-71D5-32D0-76DBEF7BFC6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610711-5EE8-DCB6-5FD4-70A568261ED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2E6E32F-4E4E-2C43-5A61-EEE7E6376CD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8483BEA7-EC1D-44EE-AFD1-E2E90B2612E1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87939112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D62939C-B215-16A4-9EC4-38E1B475A3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5924B63-48BF-99F6-895C-CA4C4D7F93FA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858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81BD831-A304-65C0-AA48-AC5927A6F150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4648200" y="1981200"/>
            <a:ext cx="3810000" cy="4114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F54B8EB-3A67-89C8-3BB7-E6D90C4DD7C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F19EE6C-DD39-A1E7-2530-0A65D26F82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51EEC00E-0EE3-744D-ADE5-D0CD0FC65E3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6623C117-695E-49BC-BD15-70D339637838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9369712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5DB41D-A9E1-7C07-A2D7-EAA7BD69BDD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365125"/>
            <a:ext cx="78867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8358DA7-5716-FB24-2875-628FFFB1B8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30238" y="1681163"/>
            <a:ext cx="386873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E0B7288-3E07-58D2-1073-276AA563DE0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0238" y="2505075"/>
            <a:ext cx="386873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83488DD-071A-E2EC-D182-5B2355CB1B0D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4629150" y="1681163"/>
            <a:ext cx="38877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0D3EFF08-6EB6-EEA3-FC98-856E7F36C24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4629150" y="2505075"/>
            <a:ext cx="38877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6803BA3A-A240-30A4-72C7-66503949EA5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533AF8E-623C-D33F-DFB1-E7039F1210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D08FA870-71AC-2B7D-CF74-153D26CA1C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16ED0421-CB38-4DCC-A349-297CEE3DC70A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57035803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3664E4-6A8E-8352-5E5F-C73D5E5BCE5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C2BC28EA-8F9E-6E3B-0935-633AC4E976C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33263DB0-AB28-0CC6-6143-1E3AC49F33F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8071C11A-34DE-B545-42C8-E8FE15EB854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0D280977-6330-4241-AC18-90C9F1DF2E70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53015236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82A463EE-3AE1-E822-DF85-C644ABC6C9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C845C23-6CB7-E07B-1376-CBFF74B49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CBB27C-0AA9-7397-EF14-CFED30C03BE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E145DA25-BD46-4A8A-93DE-075B828C1D4C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311849125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62F6F49-5B0E-8D8F-D7F3-7B2B31318B2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EFC8F89-A0A4-F3E6-94E1-383BA09519CF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3BA96FBC-0934-E946-A9CD-58EF35A6B10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18E7688-0040-9967-9081-C6477A4F03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17EDEDF-FEE6-A450-A3D8-4E9F89F5E1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B64EC92-C821-243D-5C6F-E6427BD4AB7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40E9682F-C8D7-46EE-B95C-7F77C8214A56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57573127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FBFAB2E-972E-6F6B-71F8-235062F8CE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30238" y="457200"/>
            <a:ext cx="2949575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498B1A2-D08E-212C-1E65-9348B2B5E43C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3887788" y="987425"/>
            <a:ext cx="462915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00C6568-396A-973D-567F-043E4348CC05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30238" y="2057400"/>
            <a:ext cx="2949575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5F67AFB-5DCB-E2E0-3509-CDB916666F9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D403966-1B4D-2587-0D3E-F1810CB1AD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AC12C74-7847-A22D-7C5C-907468B23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AA86972C-75E7-4F4E-8D5C-975AA826E3F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138884782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34599E-5491-9028-6C23-969A36E3E0F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6F3FA2C6-C8B5-23FA-F2BA-B784B212C3B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B02A0A-C8AA-DDF0-456F-9D506B87FD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D742D42-96B8-CDE2-C083-B86A0D9C0E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A323DC5-7232-D7C0-E78D-3D5191E3EA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B2E51525-3342-4D99-92D2-2A4370BE73C3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43847808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40CBF36-8E17-3776-D6B5-6D3CD8692B60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6515100" y="609600"/>
            <a:ext cx="1943100" cy="5486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EA440182-78C8-1CA9-BF53-BAF319721BC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85800" y="609600"/>
            <a:ext cx="5676900" cy="5486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E458787-9472-0CED-C039-8759F23D5C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ED11C0-7A9A-B3A5-BBBB-4785522F9F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/>
            </a:lvl1pPr>
          </a:lstStyle>
          <a:p>
            <a:endParaRPr lang="en-US" alt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9DAA960-A490-B9C2-9BEA-D4EC4F8BDC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/>
            </a:lvl1pPr>
          </a:lstStyle>
          <a:p>
            <a:fld id="{54245319-A3A9-43DC-A97A-8D7ACE3178A7}" type="slidenum">
              <a:rPr lang="en-US" altLang="en-US"/>
              <a:pPr/>
              <a:t>‹#›</a:t>
            </a:fld>
            <a:endParaRPr lang="en-US" altLang="en-US"/>
          </a:p>
        </p:txBody>
      </p:sp>
    </p:spTree>
    <p:extLst>
      <p:ext uri="{BB962C8B-B14F-4D97-AF65-F5344CB8AC3E}">
        <p14:creationId xmlns:p14="http://schemas.microsoft.com/office/powerpoint/2010/main" val="2179828874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 /><Relationship Id="rId3" Type="http://schemas.openxmlformats.org/officeDocument/2006/relationships/slideLayout" Target="../slideLayouts/slideLayout3.xml" /><Relationship Id="rId7" Type="http://schemas.openxmlformats.org/officeDocument/2006/relationships/slideLayout" Target="../slideLayouts/slideLayout7.xml" /><Relationship Id="rId12" Type="http://schemas.openxmlformats.org/officeDocument/2006/relationships/theme" Target="../theme/theme1.xml" /><Relationship Id="rId2" Type="http://schemas.openxmlformats.org/officeDocument/2006/relationships/slideLayout" Target="../slideLayouts/slideLayout2.xml" /><Relationship Id="rId1" Type="http://schemas.openxmlformats.org/officeDocument/2006/relationships/slideLayout" Target="../slideLayouts/slideLayout1.xml" /><Relationship Id="rId6" Type="http://schemas.openxmlformats.org/officeDocument/2006/relationships/slideLayout" Target="../slideLayouts/slideLayout6.xml" /><Relationship Id="rId11" Type="http://schemas.openxmlformats.org/officeDocument/2006/relationships/slideLayout" Target="../slideLayouts/slideLayout11.xml" /><Relationship Id="rId5" Type="http://schemas.openxmlformats.org/officeDocument/2006/relationships/slideLayout" Target="../slideLayouts/slideLayout5.xml" /><Relationship Id="rId10" Type="http://schemas.openxmlformats.org/officeDocument/2006/relationships/slideLayout" Target="../slideLayouts/slideLayout10.xml" /><Relationship Id="rId4" Type="http://schemas.openxmlformats.org/officeDocument/2006/relationships/slideLayout" Target="../slideLayouts/slideLayout4.xml" /><Relationship Id="rId9" Type="http://schemas.openxmlformats.org/officeDocument/2006/relationships/slideLayout" Target="../slideLayouts/slideLayout9.xml" 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B1F6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Rectangle 2">
            <a:extLst>
              <a:ext uri="{FF2B5EF4-FFF2-40B4-BE49-F238E27FC236}">
                <a16:creationId xmlns:a16="http://schemas.microsoft.com/office/drawing/2014/main" id="{B85D76A9-61E0-8D71-2F39-E0B449D2956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 bwMode="auto">
          <a:xfrm>
            <a:off x="685800" y="609600"/>
            <a:ext cx="7772400" cy="11430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title style</a:t>
            </a:r>
          </a:p>
        </p:txBody>
      </p:sp>
      <p:sp>
        <p:nvSpPr>
          <p:cNvPr id="1027" name="Rectangle 3">
            <a:extLst>
              <a:ext uri="{FF2B5EF4-FFF2-40B4-BE49-F238E27FC236}">
                <a16:creationId xmlns:a16="http://schemas.microsoft.com/office/drawing/2014/main" id="{B48B163A-4CE8-D71E-7438-D9E7C5DAF97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 bwMode="auto">
          <a:xfrm>
            <a:off x="685800" y="1981200"/>
            <a:ext cx="7772400" cy="41148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US" altLang="en-US"/>
              <a:t>Click to edit Master text styles</a:t>
            </a:r>
          </a:p>
          <a:p>
            <a:pPr lvl="1"/>
            <a:r>
              <a:rPr lang="en-US" altLang="en-US"/>
              <a:t>Second level</a:t>
            </a:r>
          </a:p>
          <a:p>
            <a:pPr lvl="2"/>
            <a:r>
              <a:rPr lang="en-US" altLang="en-US"/>
              <a:t>Third level</a:t>
            </a:r>
          </a:p>
          <a:p>
            <a:pPr lvl="3"/>
            <a:r>
              <a:rPr lang="en-US" altLang="en-US"/>
              <a:t>Fourth level</a:t>
            </a:r>
          </a:p>
          <a:p>
            <a:pPr lvl="4"/>
            <a:r>
              <a:rPr lang="en-US" altLang="en-US"/>
              <a:t>Fifth level</a:t>
            </a:r>
          </a:p>
        </p:txBody>
      </p:sp>
      <p:sp>
        <p:nvSpPr>
          <p:cNvPr id="1028" name="Rectangle 4">
            <a:extLst>
              <a:ext uri="{FF2B5EF4-FFF2-40B4-BE49-F238E27FC236}">
                <a16:creationId xmlns:a16="http://schemas.microsoft.com/office/drawing/2014/main" id="{7A069F89-4465-7913-2E82-C4414125DEBD}"/>
              </a:ext>
            </a:extLst>
          </p:cNvPr>
          <p:cNvSpPr>
            <a:spLocks noGrp="1" noChangeArrowheads="1"/>
          </p:cNvSpPr>
          <p:nvPr>
            <p:ph type="dt" sz="half" idx="2"/>
          </p:nvPr>
        </p:nvSpPr>
        <p:spPr bwMode="auto">
          <a:xfrm>
            <a:off x="6858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>
              <a:lnSpc>
                <a:spcPct val="100000"/>
              </a:lnSpc>
              <a:spcBef>
                <a:spcPct val="0"/>
              </a:spcBef>
              <a:buFontTx/>
              <a:buNone/>
              <a:defRPr sz="900" b="0">
                <a:solidFill>
                  <a:srgbClr val="969696"/>
                </a:solidFill>
                <a:latin typeface="Arial" panose="020B0604020202020204" pitchFamily="34" charset="0"/>
              </a:defRPr>
            </a:lvl1pPr>
          </a:lstStyle>
          <a:p>
            <a:r>
              <a:rPr lang="en-US" altLang="en-US"/>
              <a:t>AL</a:t>
            </a:r>
          </a:p>
        </p:txBody>
      </p:sp>
      <p:sp>
        <p:nvSpPr>
          <p:cNvPr id="1029" name="Rectangle 5">
            <a:extLst>
              <a:ext uri="{FF2B5EF4-FFF2-40B4-BE49-F238E27FC236}">
                <a16:creationId xmlns:a16="http://schemas.microsoft.com/office/drawing/2014/main" id="{66980F57-478B-1C18-9B0D-D721A543224E}"/>
              </a:ext>
            </a:extLst>
          </p:cNvPr>
          <p:cNvSpPr>
            <a:spLocks noGrp="1" noChangeArrowheads="1"/>
          </p:cNvSpPr>
          <p:nvPr>
            <p:ph type="ftr" sz="quarter" idx="3"/>
          </p:nvPr>
        </p:nvSpPr>
        <p:spPr bwMode="auto">
          <a:xfrm>
            <a:off x="3124200" y="6248400"/>
            <a:ext cx="28956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ctr">
              <a:lnSpc>
                <a:spcPct val="100000"/>
              </a:lnSpc>
              <a:spcBef>
                <a:spcPct val="0"/>
              </a:spcBef>
              <a:buFontTx/>
              <a:buNone/>
              <a:defRPr sz="1400" b="0">
                <a:latin typeface="+mn-lt"/>
              </a:defRPr>
            </a:lvl1pPr>
          </a:lstStyle>
          <a:p>
            <a:endParaRPr lang="en-US" altLang="en-US"/>
          </a:p>
        </p:txBody>
      </p:sp>
      <p:sp>
        <p:nvSpPr>
          <p:cNvPr id="1030" name="Rectangle 6">
            <a:extLst>
              <a:ext uri="{FF2B5EF4-FFF2-40B4-BE49-F238E27FC236}">
                <a16:creationId xmlns:a16="http://schemas.microsoft.com/office/drawing/2014/main" id="{0F80AFE3-E26F-8108-889C-DA4BA738095B}"/>
              </a:ext>
            </a:extLst>
          </p:cNvPr>
          <p:cNvSpPr>
            <a:spLocks noGrp="1" noChangeArrowheads="1"/>
          </p:cNvSpPr>
          <p:nvPr>
            <p:ph type="sldNum" sz="quarter" idx="4"/>
          </p:nvPr>
        </p:nvSpPr>
        <p:spPr bwMode="auto">
          <a:xfrm>
            <a:off x="6553200" y="6248400"/>
            <a:ext cx="1905000" cy="45720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>
            <a:lvl1pPr algn="r">
              <a:lnSpc>
                <a:spcPct val="100000"/>
              </a:lnSpc>
              <a:spcBef>
                <a:spcPct val="0"/>
              </a:spcBef>
              <a:buFontTx/>
              <a:buNone/>
              <a:defRPr sz="900" b="0">
                <a:solidFill>
                  <a:schemeClr val="folHlink"/>
                </a:solidFill>
                <a:latin typeface="Arial" panose="020B0604020202020204" pitchFamily="34" charset="0"/>
              </a:defRPr>
            </a:lvl1pPr>
          </a:lstStyle>
          <a:p>
            <a:fld id="{64153DA8-EFCD-4CE8-A098-C00393E9CF5F}" type="slidenum">
              <a:rPr lang="en-US" altLang="en-US"/>
              <a:pPr/>
              <a:t>‹#›</a:t>
            </a:fld>
            <a:endParaRPr lang="en-US" altLang="en-US"/>
          </a:p>
        </p:txBody>
      </p:sp>
      <p:sp>
        <p:nvSpPr>
          <p:cNvPr id="1031" name="Rectangle 7">
            <a:extLst>
              <a:ext uri="{FF2B5EF4-FFF2-40B4-BE49-F238E27FC236}">
                <a16:creationId xmlns:a16="http://schemas.microsoft.com/office/drawing/2014/main" id="{80BB2EC4-53A6-6850-3259-05D2B0232517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152400" y="762000"/>
            <a:ext cx="271463" cy="474663"/>
          </a:xfrm>
          <a:prstGeom prst="rect">
            <a:avLst/>
          </a:prstGeom>
          <a:solidFill>
            <a:schemeClr val="accent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2" name="Rectangle 8">
            <a:extLst>
              <a:ext uri="{FF2B5EF4-FFF2-40B4-BE49-F238E27FC236}">
                <a16:creationId xmlns:a16="http://schemas.microsoft.com/office/drawing/2014/main" id="{D0BD1EA8-D0BA-674F-939B-8A9B354DE112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479425" y="1184275"/>
            <a:ext cx="368300" cy="187325"/>
          </a:xfrm>
          <a:prstGeom prst="rect">
            <a:avLst/>
          </a:prstGeom>
          <a:gradFill rotWithShape="0">
            <a:gsLst>
              <a:gs pos="0">
                <a:schemeClr val="folHlink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3" name="Rectangle 9">
            <a:extLst>
              <a:ext uri="{FF2B5EF4-FFF2-40B4-BE49-F238E27FC236}">
                <a16:creationId xmlns:a16="http://schemas.microsoft.com/office/drawing/2014/main" id="{DDDB1694-8186-CB58-23A5-2C508915A935}"/>
              </a:ext>
            </a:extLst>
          </p:cNvPr>
          <p:cNvSpPr>
            <a:spLocks noChangeArrowheads="1"/>
          </p:cNvSpPr>
          <p:nvPr userDrawn="1"/>
        </p:nvSpPr>
        <p:spPr bwMode="ltGray">
          <a:xfrm>
            <a:off x="-304800" y="1111250"/>
            <a:ext cx="560388" cy="422275"/>
          </a:xfrm>
          <a:prstGeom prst="rect">
            <a:avLst/>
          </a:prstGeom>
          <a:gradFill rotWithShape="0">
            <a:gsLst>
              <a:gs pos="0">
                <a:schemeClr val="bg1"/>
              </a:gs>
              <a:gs pos="100000">
                <a:schemeClr val="hlink"/>
              </a:gs>
            </a:gsLst>
            <a:lin ang="1890000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4" name="Rectangle 10">
            <a:extLst>
              <a:ext uri="{FF2B5EF4-FFF2-40B4-BE49-F238E27FC236}">
                <a16:creationId xmlns:a16="http://schemas.microsoft.com/office/drawing/2014/main" id="{DAAF64C0-E79D-5FAE-7F93-DE15CEFDD706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457200" y="457200"/>
            <a:ext cx="31750" cy="1052513"/>
          </a:xfrm>
          <a:prstGeom prst="rect">
            <a:avLst/>
          </a:prstGeom>
          <a:solidFill>
            <a:schemeClr val="bg2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  <p:sp>
        <p:nvSpPr>
          <p:cNvPr id="1035" name="Rectangle 11">
            <a:extLst>
              <a:ext uri="{FF2B5EF4-FFF2-40B4-BE49-F238E27FC236}">
                <a16:creationId xmlns:a16="http://schemas.microsoft.com/office/drawing/2014/main" id="{73256F54-29EA-278D-00F5-356D17A1F10D}"/>
              </a:ext>
            </a:extLst>
          </p:cNvPr>
          <p:cNvSpPr>
            <a:spLocks noChangeArrowheads="1"/>
          </p:cNvSpPr>
          <p:nvPr userDrawn="1"/>
        </p:nvSpPr>
        <p:spPr bwMode="gray">
          <a:xfrm>
            <a:off x="138113" y="1125538"/>
            <a:ext cx="8226425" cy="31750"/>
          </a:xfrm>
          <a:prstGeom prst="rect">
            <a:avLst/>
          </a:prstGeom>
          <a:gradFill rotWithShape="0">
            <a:gsLst>
              <a:gs pos="0">
                <a:schemeClr val="bg2"/>
              </a:gs>
              <a:gs pos="100000">
                <a:schemeClr val="bg1"/>
              </a:gs>
            </a:gsLst>
            <a:lin ang="0" scaled="1"/>
          </a:gra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wrap="none" anchor="ctr"/>
          <a:lstStyle/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  <a:p>
            <a:pPr algn="ctr">
              <a:lnSpc>
                <a:spcPct val="100000"/>
              </a:lnSpc>
              <a:spcBef>
                <a:spcPct val="0"/>
              </a:spcBef>
              <a:buFontTx/>
              <a:buNone/>
            </a:pPr>
            <a:endParaRPr kumimoji="1" lang="en-US" altLang="en-US" sz="2400" b="0">
              <a:latin typeface="Tahoma" panose="020B0604030504040204" pitchFamily="34" charset="0"/>
            </a:endParaRPr>
          </a:p>
        </p:txBody>
      </p:sp>
    </p:spTree>
  </p:cSld>
  <p:clrMap bg1="dk2" tx1="lt1" bg2="dk1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hdr="0" ftr="0"/>
  <p:txStyles>
    <p:titleStyle>
      <a:lvl1pPr algn="l" rtl="0" fontAlgn="base">
        <a:spcBef>
          <a:spcPct val="0"/>
        </a:spcBef>
        <a:spcAft>
          <a:spcPct val="0"/>
        </a:spcAft>
        <a:defRPr sz="4400" kern="1200">
          <a:solidFill>
            <a:schemeClr val="tx2"/>
          </a:solidFill>
          <a:latin typeface="+mj-lt"/>
          <a:ea typeface="+mj-ea"/>
          <a:cs typeface="+mj-cs"/>
        </a:defRPr>
      </a:lvl1pPr>
      <a:lvl2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2pPr>
      <a:lvl3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3pPr>
      <a:lvl4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4pPr>
      <a:lvl5pPr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4400">
          <a:solidFill>
            <a:schemeClr val="tx2"/>
          </a:solidFill>
          <a:latin typeface="Times New Roman" panose="02020603050405020304" pitchFamily="18" charset="0"/>
        </a:defRPr>
      </a:lvl9pPr>
    </p:titleStyle>
    <p:bodyStyle>
      <a:lvl1pPr marL="342900" indent="-342900" algn="l" rtl="0" fontAlgn="base">
        <a:spcBef>
          <a:spcPct val="20000"/>
        </a:spcBef>
        <a:spcAft>
          <a:spcPct val="0"/>
        </a:spcAft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rtl="0" fontAlgn="base">
        <a:spcBef>
          <a:spcPct val="20000"/>
        </a:spcBef>
        <a:spcAft>
          <a:spcPct val="0"/>
        </a:spcAft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rtl="0" fontAlgn="base">
        <a:spcBef>
          <a:spcPct val="20000"/>
        </a:spcBef>
        <a:spcAft>
          <a:spcPct val="0"/>
        </a:spcAft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rtl="0" fontAlgn="base">
        <a:spcBef>
          <a:spcPct val="20000"/>
        </a:spcBef>
        <a:spcAft>
          <a:spcPct val="0"/>
        </a:spcAft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rtl="0" fontAlgn="base">
        <a:spcBef>
          <a:spcPct val="20000"/>
        </a:spcBef>
        <a:spcAft>
          <a:spcPct val="0"/>
        </a:spcAft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 /><Relationship Id="rId1" Type="http://schemas.openxmlformats.org/officeDocument/2006/relationships/slideLayout" Target="../slideLayouts/slideLayout2.xml" 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 /><Relationship Id="rId1" Type="http://schemas.openxmlformats.org/officeDocument/2006/relationships/slideLayout" Target="../slideLayouts/slideLayout2.xml" 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 /><Relationship Id="rId1" Type="http://schemas.openxmlformats.org/officeDocument/2006/relationships/slideLayout" Target="../slideLayouts/slideLayout2.xml" 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 /><Relationship Id="rId1" Type="http://schemas.openxmlformats.org/officeDocument/2006/relationships/slideLayout" Target="../slideLayouts/slideLayout2.xml" 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 /><Relationship Id="rId1" Type="http://schemas.openxmlformats.org/officeDocument/2006/relationships/slideLayout" Target="../slideLayouts/slideLayout2.xml" 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 /><Relationship Id="rId1" Type="http://schemas.openxmlformats.org/officeDocument/2006/relationships/slideLayout" Target="../slideLayouts/slideLayout2.xml" 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 /><Relationship Id="rId1" Type="http://schemas.openxmlformats.org/officeDocument/2006/relationships/slideLayout" Target="../slideLayouts/slideLayout2.xml" 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 /><Relationship Id="rId1" Type="http://schemas.openxmlformats.org/officeDocument/2006/relationships/slideLayout" Target="../slideLayouts/slideLayout2.xml" 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 /><Relationship Id="rId1" Type="http://schemas.openxmlformats.org/officeDocument/2006/relationships/slideLayout" Target="../slideLayouts/slideLayout2.xml" 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 /><Relationship Id="rId1" Type="http://schemas.openxmlformats.org/officeDocument/2006/relationships/slideLayout" Target="../slideLayouts/slideLayout2.xml" 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 /><Relationship Id="rId1" Type="http://schemas.openxmlformats.org/officeDocument/2006/relationships/slideLayout" Target="../slideLayouts/slideLayout2.xml" 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 /><Relationship Id="rId1" Type="http://schemas.openxmlformats.org/officeDocument/2006/relationships/slideLayout" Target="../slideLayouts/slideLayout2.xml" 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 /><Relationship Id="rId1" Type="http://schemas.openxmlformats.org/officeDocument/2006/relationships/slideLayout" Target="../slideLayouts/slideLayout2.xml" 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 /><Relationship Id="rId1" Type="http://schemas.openxmlformats.org/officeDocument/2006/relationships/slideLayout" Target="../slideLayouts/slideLayout2.xml" 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 /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5458" name="Rectangle 2">
            <a:extLst>
              <a:ext uri="{FF2B5EF4-FFF2-40B4-BE49-F238E27FC236}">
                <a16:creationId xmlns:a16="http://schemas.microsoft.com/office/drawing/2014/main" id="{78A96F38-FB8B-56BC-BDF5-25AB20A58DD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Dynamic Arrays</a:t>
            </a:r>
          </a:p>
        </p:txBody>
      </p:sp>
      <p:sp>
        <p:nvSpPr>
          <p:cNvPr id="275459" name="Rectangle 3">
            <a:extLst>
              <a:ext uri="{FF2B5EF4-FFF2-40B4-BE49-F238E27FC236}">
                <a16:creationId xmlns:a16="http://schemas.microsoft.com/office/drawing/2014/main" id="{F5578BDB-FB63-C070-BE85-9F6064FE3E0B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802187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You would like to use an array data structure but you do not know the size of the array at compile time.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You find out when the program executes that you need an integer array of size n=20.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Allocate an array using the new operator: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int* y = new int[20];  // or int* y = new int[n]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y[0] = 10;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y[1] = 15;		// use is the same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986" name="Rectangle 2">
            <a:extLst>
              <a:ext uri="{FF2B5EF4-FFF2-40B4-BE49-F238E27FC236}">
                <a16:creationId xmlns:a16="http://schemas.microsoft.com/office/drawing/2014/main" id="{1514428A-2069-D77C-8065-4A61E25E160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Dynamic Arrays</a:t>
            </a:r>
          </a:p>
        </p:txBody>
      </p:sp>
      <p:sp>
        <p:nvSpPr>
          <p:cNvPr id="41987" name="Rectangle 3">
            <a:extLst>
              <a:ext uri="{FF2B5EF4-FFF2-40B4-BE49-F238E27FC236}">
                <a16:creationId xmlns:a16="http://schemas.microsoft.com/office/drawing/2014/main" id="{B1074BBC-0A25-9B5F-B203-06148466280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802187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‘y’ is a lvalue; it is a pointer that holds the address of 20 consecutive cells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It can be assigned a value. The new operator returns as address that is stored in 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We can write: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y = &amp;x[0];	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y = x;		// x can appear on the right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		// y gets the address of the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		// first cell of the x array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7506" name="Rectangle 2">
            <a:extLst>
              <a:ext uri="{FF2B5EF4-FFF2-40B4-BE49-F238E27FC236}">
                <a16:creationId xmlns:a16="http://schemas.microsoft.com/office/drawing/2014/main" id="{6D22A097-2F30-E7EB-E1C2-094446EFE1E3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Dynamic Arrays</a:t>
            </a:r>
          </a:p>
        </p:txBody>
      </p:sp>
      <p:sp>
        <p:nvSpPr>
          <p:cNvPr id="277507" name="Rectangle 3">
            <a:extLst>
              <a:ext uri="{FF2B5EF4-FFF2-40B4-BE49-F238E27FC236}">
                <a16:creationId xmlns:a16="http://schemas.microsoft.com/office/drawing/2014/main" id="{3E4C6679-062D-09F7-56F8-78FE1845F967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802187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‘y’ is a lvalue; it is a pointer that holds the address of 20 consecutive cells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It can be assigned a value. The new operator returns as address that is stored in 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We can write: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		y = &amp;x[0];	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		y = x;		// x can appear on the right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				// y gets the address of the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				// first cell of the x array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554" name="Rectangle 2">
            <a:extLst>
              <a:ext uri="{FF2B5EF4-FFF2-40B4-BE49-F238E27FC236}">
                <a16:creationId xmlns:a16="http://schemas.microsoft.com/office/drawing/2014/main" id="{F00763D2-7DA6-0C5C-DA07-1AF1D3559B0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Dynamic Arrays</a:t>
            </a:r>
          </a:p>
        </p:txBody>
      </p:sp>
      <p:sp>
        <p:nvSpPr>
          <p:cNvPr id="279555" name="Rectangle 3">
            <a:extLst>
              <a:ext uri="{FF2B5EF4-FFF2-40B4-BE49-F238E27FC236}">
                <a16:creationId xmlns:a16="http://schemas.microsoft.com/office/drawing/2014/main" id="{A45C245F-5032-3FFA-2343-794654533D7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802187"/>
          </a:xfrm>
        </p:spPr>
        <p:txBody>
          <a:bodyPr/>
          <a:lstStyle/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‘y’ is a lvalue; it is a pointer that holds the address of 20 consecutive cells in memory.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It can be assigned a value. The new operator returns as address that is stored in y.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We can write: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y = &amp;x[0];	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y = x;		// x can appear on the right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		// y gets the address of the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		// first cell of the x array</a:t>
            </a:r>
          </a:p>
          <a:p>
            <a:pPr marL="533400" indent="-533400"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034" name="Rectangle 2">
            <a:extLst>
              <a:ext uri="{FF2B5EF4-FFF2-40B4-BE49-F238E27FC236}">
                <a16:creationId xmlns:a16="http://schemas.microsoft.com/office/drawing/2014/main" id="{FFE83633-BDDC-9EA5-C145-3005ABF04998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Dynamic Arrays</a:t>
            </a:r>
          </a:p>
        </p:txBody>
      </p:sp>
      <p:sp>
        <p:nvSpPr>
          <p:cNvPr id="44035" name="Rectangle 3">
            <a:extLst>
              <a:ext uri="{FF2B5EF4-FFF2-40B4-BE49-F238E27FC236}">
                <a16:creationId xmlns:a16="http://schemas.microsoft.com/office/drawing/2014/main" id="{C7A09499-3C3F-CADC-DC3A-EFEF97B7E23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We must free the memory we got using the new operator once we are done with the </a:t>
            </a:r>
            <a:r>
              <a:rPr lang="en-US" altLang="en-US" sz="2800" i="1">
                <a:latin typeface="Helvetica" panose="020B0604020202020204" pitchFamily="34" charset="0"/>
              </a:rPr>
              <a:t>y</a:t>
            </a:r>
            <a:r>
              <a:rPr lang="en-US" altLang="en-US" sz="2800">
                <a:latin typeface="Helvetica" panose="020B0604020202020204" pitchFamily="34" charset="0"/>
              </a:rPr>
              <a:t> array.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	delete[ ] y;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We would not do this to the </a:t>
            </a:r>
            <a:r>
              <a:rPr lang="en-US" altLang="en-US" sz="2800" i="1">
                <a:latin typeface="Helvetica" panose="020B0604020202020204" pitchFamily="34" charset="0"/>
              </a:rPr>
              <a:t>x</a:t>
            </a:r>
            <a:r>
              <a:rPr lang="en-US" altLang="en-US" sz="2800">
                <a:latin typeface="Helvetica" panose="020B0604020202020204" pitchFamily="34" charset="0"/>
              </a:rPr>
              <a:t> array because we did not use new to create it.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8370" name="Rectangle 2">
            <a:extLst>
              <a:ext uri="{FF2B5EF4-FFF2-40B4-BE49-F238E27FC236}">
                <a16:creationId xmlns:a16="http://schemas.microsoft.com/office/drawing/2014/main" id="{E840CBDF-6353-A0CC-C292-9247912F3E5C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The LIST Data Structure</a:t>
            </a:r>
          </a:p>
        </p:txBody>
      </p:sp>
      <p:sp>
        <p:nvSpPr>
          <p:cNvPr id="58371" name="Rectangle 3">
            <a:extLst>
              <a:ext uri="{FF2B5EF4-FFF2-40B4-BE49-F238E27FC236}">
                <a16:creationId xmlns:a16="http://schemas.microsoft.com/office/drawing/2014/main" id="{1C52F9E7-0109-9246-AB7F-9D8E5B3F3DB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List is among the most generic of data structures.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Real life: 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1371600" lvl="2" indent="-457200">
              <a:lnSpc>
                <a:spcPct val="80000"/>
              </a:lnSpc>
              <a:buFont typeface="Wingdings" panose="05000000000000000000" pitchFamily="2" charset="2"/>
              <a:buAutoNum type="alphaLcPeriod"/>
            </a:pPr>
            <a:r>
              <a:rPr lang="en-US" altLang="en-US" sz="2800">
                <a:latin typeface="Helvetica" panose="020B0604020202020204" pitchFamily="34" charset="0"/>
              </a:rPr>
              <a:t>shopping list, </a:t>
            </a:r>
          </a:p>
          <a:p>
            <a:pPr marL="1371600" lvl="2" indent="-457200">
              <a:lnSpc>
                <a:spcPct val="80000"/>
              </a:lnSpc>
              <a:buFont typeface="Wingdings" panose="05000000000000000000" pitchFamily="2" charset="2"/>
              <a:buAutoNum type="alphaLcPeriod"/>
            </a:pPr>
            <a:r>
              <a:rPr lang="en-US" altLang="en-US" sz="2800">
                <a:latin typeface="Helvetica" panose="020B0604020202020204" pitchFamily="34" charset="0"/>
              </a:rPr>
              <a:t>groceries list, </a:t>
            </a:r>
          </a:p>
          <a:p>
            <a:pPr marL="1371600" lvl="2" indent="-457200">
              <a:lnSpc>
                <a:spcPct val="80000"/>
              </a:lnSpc>
              <a:buFont typeface="Wingdings" panose="05000000000000000000" pitchFamily="2" charset="2"/>
              <a:buAutoNum type="alphaLcPeriod"/>
            </a:pPr>
            <a:r>
              <a:rPr lang="en-US" altLang="en-US" sz="2800">
                <a:latin typeface="Helvetica" panose="020B0604020202020204" pitchFamily="34" charset="0"/>
              </a:rPr>
              <a:t>list of people to invite to dinner</a:t>
            </a:r>
          </a:p>
          <a:p>
            <a:pPr marL="1371600" lvl="2" indent="-457200">
              <a:lnSpc>
                <a:spcPct val="80000"/>
              </a:lnSpc>
              <a:buFont typeface="Wingdings" panose="05000000000000000000" pitchFamily="2" charset="2"/>
              <a:buAutoNum type="alphaLcPeriod"/>
            </a:pPr>
            <a:r>
              <a:rPr lang="en-US" altLang="en-US" sz="2800">
                <a:latin typeface="Helvetica" panose="020B0604020202020204" pitchFamily="34" charset="0"/>
              </a:rPr>
              <a:t>List of presents to get</a:t>
            </a:r>
          </a:p>
          <a:p>
            <a:pPr marL="1371600" lvl="2" indent="-457200">
              <a:lnSpc>
                <a:spcPct val="80000"/>
              </a:lnSpc>
              <a:buFont typeface="Wingdings" panose="05000000000000000000" pitchFamily="2" charset="2"/>
              <a:buAutoNum type="alphaLcPeriod"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1371600" lvl="2" indent="-457200">
              <a:lnSpc>
                <a:spcPct val="80000"/>
              </a:lnSpc>
              <a:buFont typeface="Wingdings" panose="05000000000000000000" pitchFamily="2" charset="2"/>
              <a:buNone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18" name="Rectangle 2">
            <a:extLst>
              <a:ext uri="{FF2B5EF4-FFF2-40B4-BE49-F238E27FC236}">
                <a16:creationId xmlns:a16="http://schemas.microsoft.com/office/drawing/2014/main" id="{2E0EEE32-B0B3-F49E-588E-486D018595E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Lists</a:t>
            </a:r>
          </a:p>
        </p:txBody>
      </p:sp>
      <p:sp>
        <p:nvSpPr>
          <p:cNvPr id="60419" name="Rectangle 3">
            <a:extLst>
              <a:ext uri="{FF2B5EF4-FFF2-40B4-BE49-F238E27FC236}">
                <a16:creationId xmlns:a16="http://schemas.microsoft.com/office/drawing/2014/main" id="{518E5ACF-3FD4-72CE-E337-1EFE5CD27746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A list is collection of items that are all of the same type (grocery items, integers, names)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items, or elements of the list, are stored in some particular order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It is possible to insert new elements into various positions in the list and remove any element of the list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1602" name="Rectangle 2">
            <a:extLst>
              <a:ext uri="{FF2B5EF4-FFF2-40B4-BE49-F238E27FC236}">
                <a16:creationId xmlns:a16="http://schemas.microsoft.com/office/drawing/2014/main" id="{3D6E03B7-2D2B-01E7-1F05-CDC35C6D8A6D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Lists</a:t>
            </a:r>
          </a:p>
        </p:txBody>
      </p:sp>
      <p:sp>
        <p:nvSpPr>
          <p:cNvPr id="281603" name="Rectangle 3">
            <a:extLst>
              <a:ext uri="{FF2B5EF4-FFF2-40B4-BE49-F238E27FC236}">
                <a16:creationId xmlns:a16="http://schemas.microsoft.com/office/drawing/2014/main" id="{8827BA66-75B0-FED9-8456-00A88B0F301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A list is collection of items that are all of the same type (grocery items, integers, names)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items, or elements of the list, are stored in some particular order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It is possible to insert new elements into various positions in the list and remove any element of the list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3650" name="Rectangle 2">
            <a:extLst>
              <a:ext uri="{FF2B5EF4-FFF2-40B4-BE49-F238E27FC236}">
                <a16:creationId xmlns:a16="http://schemas.microsoft.com/office/drawing/2014/main" id="{7F2E4019-0F1A-4047-DB31-BCACF0209116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Lists</a:t>
            </a:r>
          </a:p>
        </p:txBody>
      </p:sp>
      <p:sp>
        <p:nvSpPr>
          <p:cNvPr id="283651" name="Rectangle 3">
            <a:extLst>
              <a:ext uri="{FF2B5EF4-FFF2-40B4-BE49-F238E27FC236}">
                <a16:creationId xmlns:a16="http://schemas.microsoft.com/office/drawing/2014/main" id="{EB452A80-48E6-DA19-7603-43B500BC458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A list is collection of items that are all of the same type (grocery items, integers, names)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The items, or elements of the list, are stored in some particular order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It is possible to insert new elements into various positions in the list and remove any element of the list</a:t>
            </a:r>
          </a:p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2">
            <a:extLst>
              <a:ext uri="{FF2B5EF4-FFF2-40B4-BE49-F238E27FC236}">
                <a16:creationId xmlns:a16="http://schemas.microsoft.com/office/drawing/2014/main" id="{69C6D4E0-44A6-3A05-4B2E-AD72E7A49F3A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Lists</a:t>
            </a:r>
          </a:p>
        </p:txBody>
      </p:sp>
      <p:sp>
        <p:nvSpPr>
          <p:cNvPr id="62467" name="Rectangle 3">
            <a:extLst>
              <a:ext uri="{FF2B5EF4-FFF2-40B4-BE49-F238E27FC236}">
                <a16:creationId xmlns:a16="http://schemas.microsoft.com/office/drawing/2014/main" id="{A22AC1FA-B3C2-42F4-CC49-DDE0B825865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List is a set of elements in a linear order. </a:t>
            </a: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For example, data values a</a:t>
            </a:r>
            <a:r>
              <a:rPr lang="en-US" altLang="en-US" sz="2800" baseline="-25000">
                <a:latin typeface="Helvetica" panose="020B0604020202020204" pitchFamily="34" charset="0"/>
              </a:rPr>
              <a:t>1</a:t>
            </a:r>
            <a:r>
              <a:rPr lang="en-US" altLang="en-US" sz="2800"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latin typeface="Helvetica" panose="020B0604020202020204" pitchFamily="34" charset="0"/>
              </a:rPr>
              <a:t>2</a:t>
            </a:r>
            <a:r>
              <a:rPr lang="en-US" altLang="en-US" sz="2800"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latin typeface="Helvetica" panose="020B0604020202020204" pitchFamily="34" charset="0"/>
              </a:rPr>
              <a:t>3</a:t>
            </a:r>
            <a:r>
              <a:rPr lang="en-US" altLang="en-US" sz="2800"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latin typeface="Helvetica" panose="020B0604020202020204" pitchFamily="34" charset="0"/>
              </a:rPr>
              <a:t>4</a:t>
            </a:r>
            <a:r>
              <a:rPr lang="en-US" altLang="en-US" sz="2800">
                <a:latin typeface="Helvetica" panose="020B0604020202020204" pitchFamily="34" charset="0"/>
              </a:rPr>
              <a:t> can be arranged in a list: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	(a</a:t>
            </a:r>
            <a:r>
              <a:rPr lang="en-US" altLang="en-US" sz="2800" baseline="-25000">
                <a:latin typeface="Helvetica" panose="020B0604020202020204" pitchFamily="34" charset="0"/>
              </a:rPr>
              <a:t>3</a:t>
            </a:r>
            <a:r>
              <a:rPr lang="en-US" altLang="en-US" sz="2800"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latin typeface="Helvetica" panose="020B0604020202020204" pitchFamily="34" charset="0"/>
              </a:rPr>
              <a:t>1</a:t>
            </a:r>
            <a:r>
              <a:rPr lang="en-US" altLang="en-US" sz="2800"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latin typeface="Helvetica" panose="020B0604020202020204" pitchFamily="34" charset="0"/>
              </a:rPr>
              <a:t>2</a:t>
            </a:r>
            <a:r>
              <a:rPr lang="en-US" altLang="en-US" sz="2800"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latin typeface="Helvetica" panose="020B0604020202020204" pitchFamily="34" charset="0"/>
              </a:rPr>
              <a:t>4</a:t>
            </a:r>
            <a:r>
              <a:rPr lang="en-US" altLang="en-US" sz="2800">
                <a:latin typeface="Helvetica" panose="020B0604020202020204" pitchFamily="34" charset="0"/>
              </a:rPr>
              <a:t>)</a:t>
            </a:r>
            <a:br>
              <a:rPr lang="en-US" altLang="en-US" sz="2800">
                <a:latin typeface="Helvetica" panose="020B0604020202020204" pitchFamily="34" charset="0"/>
              </a:rPr>
            </a:br>
            <a:br>
              <a:rPr lang="en-US" altLang="en-US" sz="2800">
                <a:latin typeface="Helvetica" panose="020B0604020202020204" pitchFamily="34" charset="0"/>
              </a:rPr>
            </a:br>
            <a:r>
              <a:rPr lang="en-US" altLang="en-US" sz="2800">
                <a:latin typeface="Helvetica" panose="020B0604020202020204" pitchFamily="34" charset="0"/>
              </a:rPr>
              <a:t>In this list, a</a:t>
            </a:r>
            <a:r>
              <a:rPr lang="en-US" altLang="en-US" sz="2800" baseline="-25000">
                <a:latin typeface="Helvetica" panose="020B0604020202020204" pitchFamily="34" charset="0"/>
              </a:rPr>
              <a:t>3</a:t>
            </a:r>
            <a:r>
              <a:rPr lang="en-US" altLang="en-US" sz="2800">
                <a:latin typeface="Helvetica" panose="020B0604020202020204" pitchFamily="34" charset="0"/>
              </a:rPr>
              <a:t>, is the first element, a</a:t>
            </a:r>
            <a:r>
              <a:rPr lang="en-US" altLang="en-US" sz="2800" baseline="-25000">
                <a:latin typeface="Helvetica" panose="020B0604020202020204" pitchFamily="34" charset="0"/>
              </a:rPr>
              <a:t>1</a:t>
            </a:r>
            <a:r>
              <a:rPr lang="en-US" altLang="en-US" sz="2800">
                <a:latin typeface="Helvetica" panose="020B0604020202020204" pitchFamily="34" charset="0"/>
              </a:rPr>
              <a:t> is the second element, and so on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order is important here; this is not just a random collection of elements, it is an </a:t>
            </a:r>
            <a:r>
              <a:rPr lang="en-US" altLang="en-US" sz="2800" i="1">
                <a:latin typeface="Helvetica" panose="020B0604020202020204" pitchFamily="34" charset="0"/>
              </a:rPr>
              <a:t>ordered</a:t>
            </a:r>
            <a:r>
              <a:rPr lang="en-US" altLang="en-US" sz="2800">
                <a:latin typeface="Helvetica" panose="020B0604020202020204" pitchFamily="34" charset="0"/>
              </a:rPr>
              <a:t> collection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698" name="Rectangle 2">
            <a:extLst>
              <a:ext uri="{FF2B5EF4-FFF2-40B4-BE49-F238E27FC236}">
                <a16:creationId xmlns:a16="http://schemas.microsoft.com/office/drawing/2014/main" id="{87F0DB43-5748-BF12-BB76-256DCF3B7F2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Lists</a:t>
            </a:r>
          </a:p>
        </p:txBody>
      </p:sp>
      <p:sp>
        <p:nvSpPr>
          <p:cNvPr id="285699" name="Rectangle 3">
            <a:extLst>
              <a:ext uri="{FF2B5EF4-FFF2-40B4-BE49-F238E27FC236}">
                <a16:creationId xmlns:a16="http://schemas.microsoft.com/office/drawing/2014/main" id="{0112F1E7-6931-64AF-EC49-8D6F85F40D4D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List is a set of elements in a linear order. 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For example, data values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1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2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3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4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 can be arranged in a list: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	(a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3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1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2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4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)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In this list,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3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, is the first element, a</a:t>
            </a:r>
            <a:r>
              <a:rPr lang="en-US" altLang="en-US" sz="2800" baseline="-25000">
                <a:solidFill>
                  <a:srgbClr val="969696"/>
                </a:solidFill>
                <a:latin typeface="Helvetica" panose="020B0604020202020204" pitchFamily="34" charset="0"/>
              </a:rPr>
              <a:t>1</a:t>
            </a: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 is the second element, and so on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 order is important here; this is not just a random collection of elements, it is an </a:t>
            </a:r>
            <a:r>
              <a:rPr lang="en-US" altLang="en-US" sz="2800" i="1">
                <a:latin typeface="Helvetica" panose="020B0604020202020204" pitchFamily="34" charset="0"/>
              </a:rPr>
              <a:t>ordered</a:t>
            </a:r>
            <a:r>
              <a:rPr lang="en-US" altLang="en-US" sz="2800">
                <a:latin typeface="Helvetica" panose="020B0604020202020204" pitchFamily="34" charset="0"/>
              </a:rPr>
              <a:t> collection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6562" name="Rectangle 2">
            <a:extLst>
              <a:ext uri="{FF2B5EF4-FFF2-40B4-BE49-F238E27FC236}">
                <a16:creationId xmlns:a16="http://schemas.microsoft.com/office/drawing/2014/main" id="{6874FB2F-76E6-BA71-2F74-87602E0F635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Operations</a:t>
            </a:r>
          </a:p>
        </p:txBody>
      </p:sp>
      <p:sp>
        <p:nvSpPr>
          <p:cNvPr id="66563" name="Rectangle 3">
            <a:extLst>
              <a:ext uri="{FF2B5EF4-FFF2-40B4-BE49-F238E27FC236}">
                <a16:creationId xmlns:a16="http://schemas.microsoft.com/office/drawing/2014/main" id="{167C7453-5568-6072-C5E3-753869F937AF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802187"/>
          </a:xfrm>
        </p:spPr>
        <p:txBody>
          <a:bodyPr/>
          <a:lstStyle/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None/>
            </a:pPr>
            <a:r>
              <a:rPr lang="en-US" altLang="en-US" sz="2400">
                <a:latin typeface="Helvetica" panose="020B0604020202020204" pitchFamily="34" charset="0"/>
              </a:rPr>
              <a:t>Useful operations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createList(): create a new list (presumably empty)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copy(): set one list to be a copy of another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clear(); clear a list (remove all elments)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insert(X, ?): Insert element X at a particular position 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	    in the list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remove(?): Remove element at some position in </a:t>
            </a:r>
            <a:br>
              <a:rPr lang="en-US" altLang="en-US" sz="2400">
                <a:latin typeface="Helvetica" panose="020B0604020202020204" pitchFamily="34" charset="0"/>
              </a:rPr>
            </a:br>
            <a:r>
              <a:rPr lang="en-US" altLang="en-US" sz="2400">
                <a:latin typeface="Helvetica" panose="020B0604020202020204" pitchFamily="34" charset="0"/>
              </a:rPr>
              <a:t>		     the list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get(?): Get element at a given position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update(X, ?): replace the element at a given position 		       with X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find(X): determine if the element X is in the list</a:t>
            </a:r>
          </a:p>
          <a:p>
            <a:pPr marL="533400" indent="-533400">
              <a:lnSpc>
                <a:spcPct val="80000"/>
              </a:lnSpc>
            </a:pPr>
            <a:r>
              <a:rPr lang="en-US" altLang="en-US" sz="2400">
                <a:latin typeface="Helvetica" panose="020B0604020202020204" pitchFamily="34" charset="0"/>
              </a:rPr>
              <a:t>length(): return the length of the list.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4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610" name="Rectangle 2">
            <a:extLst>
              <a:ext uri="{FF2B5EF4-FFF2-40B4-BE49-F238E27FC236}">
                <a16:creationId xmlns:a16="http://schemas.microsoft.com/office/drawing/2014/main" id="{9D1777D7-20B0-836F-F23E-24C705EF248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Operations</a:t>
            </a:r>
          </a:p>
        </p:txBody>
      </p:sp>
      <p:sp>
        <p:nvSpPr>
          <p:cNvPr id="68611" name="Rectangle 3">
            <a:extLst>
              <a:ext uri="{FF2B5EF4-FFF2-40B4-BE49-F238E27FC236}">
                <a16:creationId xmlns:a16="http://schemas.microsoft.com/office/drawing/2014/main" id="{E85ECCA6-3F19-A08F-8014-3056902DB195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We need to decide what is meant by “particular position”; we have used “?” for this.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There are two possibilities: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Helvetica" panose="020B0604020202020204" pitchFamily="34" charset="0"/>
              </a:rPr>
              <a:t>Use the actual index of element: insert after element 3, get element number 6. This approach is taken by arrays</a:t>
            </a: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Helvetica" panose="020B0604020202020204" pitchFamily="34" charset="0"/>
              </a:rPr>
              <a:t>Use a “current” marker or pointer to refer to a particular position in the list.</a:t>
            </a:r>
            <a:br>
              <a:rPr lang="en-US" altLang="en-US" sz="2400">
                <a:latin typeface="Helvetica" panose="020B0604020202020204" pitchFamily="34" charset="0"/>
              </a:rPr>
            </a:br>
            <a:endParaRPr lang="en-US" altLang="en-US" sz="2400">
              <a:latin typeface="Helvetica" panose="020B0604020202020204" pitchFamily="34" charset="0"/>
            </a:endParaRP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7746" name="Rectangle 2">
            <a:extLst>
              <a:ext uri="{FF2B5EF4-FFF2-40B4-BE49-F238E27FC236}">
                <a16:creationId xmlns:a16="http://schemas.microsoft.com/office/drawing/2014/main" id="{07187754-84B1-588B-DE96-D16FD4264AAF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Operations</a:t>
            </a:r>
          </a:p>
        </p:txBody>
      </p:sp>
      <p:sp>
        <p:nvSpPr>
          <p:cNvPr id="287747" name="Rectangle 3">
            <a:extLst>
              <a:ext uri="{FF2B5EF4-FFF2-40B4-BE49-F238E27FC236}">
                <a16:creationId xmlns:a16="http://schemas.microsoft.com/office/drawing/2014/main" id="{766EF8A5-F6B8-C760-BFB4-5D94E468204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  <a:t>We need to decide what is meant by “particular position”; we have used “?” for this.</a:t>
            </a:r>
            <a:br>
              <a:rPr lang="en-US" altLang="en-US" sz="2800">
                <a:solidFill>
                  <a:srgbClr val="969696"/>
                </a:solidFill>
                <a:latin typeface="Helvetica" panose="020B0604020202020204" pitchFamily="34" charset="0"/>
              </a:rPr>
            </a:br>
            <a:endParaRPr lang="en-US" altLang="en-US" sz="2800">
              <a:solidFill>
                <a:srgbClr val="969696"/>
              </a:solidFill>
              <a:latin typeface="Helvetica" panose="020B0604020202020204" pitchFamily="34" charset="0"/>
            </a:endParaRPr>
          </a:p>
          <a:p>
            <a:pPr marL="609600" indent="-6096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There are two possibilities: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>
              <a:latin typeface="Helvetica" panose="020B0604020202020204" pitchFamily="34" charset="0"/>
            </a:endParaRP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Helvetica" panose="020B0604020202020204" pitchFamily="34" charset="0"/>
              </a:rPr>
              <a:t>Use the actual index of element: insert after element 3, get element number 6. This approach is taken by arrays</a:t>
            </a:r>
          </a:p>
          <a:p>
            <a:pPr marL="990600" lvl="1" indent="-533400">
              <a:lnSpc>
                <a:spcPct val="90000"/>
              </a:lnSpc>
              <a:buFont typeface="Wingdings" panose="05000000000000000000" pitchFamily="2" charset="2"/>
              <a:buAutoNum type="arabicPeriod"/>
            </a:pPr>
            <a:r>
              <a:rPr lang="en-US" altLang="en-US" sz="2400">
                <a:latin typeface="Helvetica" panose="020B0604020202020204" pitchFamily="34" charset="0"/>
              </a:rPr>
              <a:t>Use a “current” marker or pointer to refer to a particular position in the list.</a:t>
            </a:r>
            <a:br>
              <a:rPr lang="en-US" altLang="en-US" sz="2400">
                <a:latin typeface="Helvetica" panose="020B0604020202020204" pitchFamily="34" charset="0"/>
              </a:rPr>
            </a:br>
            <a:endParaRPr lang="en-US" altLang="en-US" sz="2400">
              <a:latin typeface="Helvetica" panose="020B0604020202020204" pitchFamily="34" charset="0"/>
            </a:endParaRPr>
          </a:p>
          <a:p>
            <a:pPr marL="609600" indent="-6096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658" name="Rectangle 2">
            <a:extLst>
              <a:ext uri="{FF2B5EF4-FFF2-40B4-BE49-F238E27FC236}">
                <a16:creationId xmlns:a16="http://schemas.microsoft.com/office/drawing/2014/main" id="{2E2E0447-4838-0012-4831-64640C1EAEFE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455613" y="365125"/>
            <a:ext cx="8226425" cy="914400"/>
          </a:xfrm>
        </p:spPr>
        <p:txBody>
          <a:bodyPr/>
          <a:lstStyle/>
          <a:p>
            <a:r>
              <a:rPr lang="en-US" altLang="en-US">
                <a:latin typeface="Helvetica" panose="020B0604020202020204" pitchFamily="34" charset="0"/>
              </a:rPr>
              <a:t>List Operations</a:t>
            </a:r>
          </a:p>
        </p:txBody>
      </p:sp>
      <p:sp>
        <p:nvSpPr>
          <p:cNvPr id="70659" name="Rectangle 3">
            <a:extLst>
              <a:ext uri="{FF2B5EF4-FFF2-40B4-BE49-F238E27FC236}">
                <a16:creationId xmlns:a16="http://schemas.microsoft.com/office/drawing/2014/main" id="{B7271599-CA8B-62B3-2224-7CDE2F9905D3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xfrm>
            <a:off x="455613" y="1598613"/>
            <a:ext cx="8226425" cy="4570412"/>
          </a:xfrm>
        </p:spPr>
        <p:txBody>
          <a:bodyPr/>
          <a:lstStyle/>
          <a:p>
            <a:pPr marL="533400" indent="-5334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800">
                <a:latin typeface="Helvetica" panose="020B0604020202020204" pitchFamily="34" charset="0"/>
              </a:rPr>
              <a:t>If we use the “current” marker, the following four methods would be useful:</a:t>
            </a:r>
            <a:br>
              <a:rPr lang="en-US" altLang="en-US" sz="2800">
                <a:latin typeface="Helvetica" panose="020B0604020202020204" pitchFamily="34" charset="0"/>
              </a:rPr>
            </a:br>
            <a:endParaRPr lang="en-US" altLang="en-US" sz="2800" b="1">
              <a:latin typeface="Helvetica" panose="020B0604020202020204" pitchFamily="34" charset="0"/>
            </a:endParaRP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Helvetica" panose="020B0604020202020204" pitchFamily="34" charset="0"/>
              </a:rPr>
              <a:t>start()</a:t>
            </a:r>
            <a:r>
              <a:rPr lang="en-US" altLang="en-US" sz="2400">
                <a:latin typeface="Helvetica" panose="020B0604020202020204" pitchFamily="34" charset="0"/>
              </a:rPr>
              <a:t>: moves to “current” pointer to the very first 	 element.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Helvetica" panose="020B0604020202020204" pitchFamily="34" charset="0"/>
              </a:rPr>
              <a:t>tail()</a:t>
            </a:r>
            <a:r>
              <a:rPr lang="en-US" altLang="en-US" sz="2400">
                <a:latin typeface="Helvetica" panose="020B0604020202020204" pitchFamily="34" charset="0"/>
              </a:rPr>
              <a:t>: moves to “current” pointer to the very last 	element.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Helvetica" panose="020B0604020202020204" pitchFamily="34" charset="0"/>
              </a:rPr>
              <a:t>next</a:t>
            </a:r>
            <a:r>
              <a:rPr lang="en-US" altLang="en-US" sz="2400">
                <a:latin typeface="Helvetica" panose="020B0604020202020204" pitchFamily="34" charset="0"/>
              </a:rPr>
              <a:t>(): move the current position forward one 	element</a:t>
            </a:r>
          </a:p>
          <a:p>
            <a:pPr marL="914400" lvl="1" indent="-457200">
              <a:lnSpc>
                <a:spcPct val="90000"/>
              </a:lnSpc>
              <a:buFont typeface="Wingdings" panose="05000000000000000000" pitchFamily="2" charset="2"/>
              <a:buChar char="§"/>
            </a:pPr>
            <a:r>
              <a:rPr lang="en-US" altLang="en-US" sz="2400" b="1">
                <a:latin typeface="Helvetica" panose="020B0604020202020204" pitchFamily="34" charset="0"/>
              </a:rPr>
              <a:t>back</a:t>
            </a:r>
            <a:r>
              <a:rPr lang="en-US" altLang="en-US" sz="2400">
                <a:latin typeface="Helvetica" panose="020B0604020202020204" pitchFamily="34" charset="0"/>
              </a:rPr>
              <a:t>(): move the current position backward one 	element</a:t>
            </a:r>
          </a:p>
          <a:p>
            <a:pPr marL="533400" indent="-533400">
              <a:lnSpc>
                <a:spcPct val="80000"/>
              </a:lnSpc>
              <a:buFont typeface="Wingdings" panose="05000000000000000000" pitchFamily="2" charset="2"/>
              <a:buChar char="§"/>
            </a:pPr>
            <a:endParaRPr lang="en-US" altLang="en-US" sz="2800">
              <a:latin typeface="Helvetica" panose="020B0604020202020204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Default Design">
  <a:themeElements>
    <a:clrScheme name="Default Design 8">
      <a:dk1>
        <a:srgbClr val="808080"/>
      </a:dk1>
      <a:lt1>
        <a:srgbClr val="FFFFFF"/>
      </a:lt1>
      <a:dk2>
        <a:srgbClr val="990033"/>
      </a:dk2>
      <a:lt2>
        <a:srgbClr val="FFFFFF"/>
      </a:lt2>
      <a:accent1>
        <a:srgbClr val="A50021"/>
      </a:accent1>
      <a:accent2>
        <a:srgbClr val="3333CC"/>
      </a:accent2>
      <a:accent3>
        <a:srgbClr val="CAAAAD"/>
      </a:accent3>
      <a:accent4>
        <a:srgbClr val="DADADA"/>
      </a:accent4>
      <a:accent5>
        <a:srgbClr val="CFAAAB"/>
      </a:accent5>
      <a:accent6>
        <a:srgbClr val="2D2DB9"/>
      </a:accent6>
      <a:hlink>
        <a:srgbClr val="CCCCFF"/>
      </a:hlink>
      <a:folHlink>
        <a:srgbClr val="B2B2B2"/>
      </a:folHlink>
    </a:clrScheme>
    <a:fontScheme name="Default Design">
      <a:majorFont>
        <a:latin typeface="Times New Roman"/>
        <a:ea typeface=""/>
        <a:cs typeface=""/>
      </a:majorFont>
      <a:minorFont>
        <a:latin typeface="Times New Roman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sp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533400" marR="0" indent="-5334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tabLst/>
          <a:defRPr kumimoji="0" lang="en-US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</a:defRPr>
        </a:defPPr>
      </a:lst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>
          <a:noFill/>
        </a:ln>
        <a:effectLst/>
        <a:extLst>
          <a:ext uri="{909E8E84-426E-40DD-AFC4-6F175D3DCCD1}">
            <a14:hiddenFill xmlns:a14="http://schemas.microsoft.com/office/drawing/2010/main">
              <a:solidFill>
                <a:schemeClr val="accent1"/>
              </a:solidFill>
            </a14:hiddenFill>
          </a:ext>
          <a:ext uri="{91240B29-F687-4F45-9708-019B960494DF}">
            <a14:hiddenLine xmlns:a14="http://schemas.microsoft.com/office/drawing/2010/main" w="9525" cap="flat" cmpd="sng" algn="ctr">
              <a:solidFill>
                <a:schemeClr val="tx1"/>
              </a:solidFill>
              <a:prstDash val="solid"/>
              <a:round/>
              <a:headEnd type="none" w="med" len="med"/>
              <a:tailEnd type="none" w="med" len="med"/>
            </a14:hiddenLine>
          </a:ext>
          <a:ext uri="{AF507438-7753-43E0-B8FC-AC1667EBCBE1}">
            <a14:hiddenEffects xmlns:a14="http://schemas.microsoft.com/office/drawing/2010/main">
              <a:effectLst>
                <a:outerShdw dist="35921" dir="2700000" algn="ctr" rotWithShape="0">
                  <a:schemeClr val="bg2"/>
                </a:outerShdw>
              </a:effectLst>
            </a14:hiddenEffects>
          </a:ext>
        </a:extLst>
      </a:spPr>
      <a:bodyPr vert="horz" wrap="square" lIns="91440" tIns="45720" rIns="91440" bIns="45720" numCol="1" anchor="t" anchorCtr="0" compatLnSpc="1">
        <a:prstTxWarp prst="textNoShape">
          <a:avLst/>
        </a:prstTxWarp>
      </a:bodyPr>
      <a:lstStyle>
        <a:defPPr marL="533400" marR="0" indent="-533400" algn="l" defTabSz="914400" rtl="0" eaLnBrk="1" fontAlgn="base" latinLnBrk="0" hangingPunct="1">
          <a:lnSpc>
            <a:spcPct val="80000"/>
          </a:lnSpc>
          <a:spcBef>
            <a:spcPct val="20000"/>
          </a:spcBef>
          <a:spcAft>
            <a:spcPct val="0"/>
          </a:spcAft>
          <a:buClrTx/>
          <a:buSzTx/>
          <a:buFont typeface="Wingdings" panose="05000000000000000000" pitchFamily="2" charset="2"/>
          <a:buNone/>
          <a:tabLst/>
          <a:defRPr kumimoji="0" lang="en-US" altLang="en-US" sz="2000" b="1" i="0" u="none" strike="noStrike" cap="none" normalizeH="0" baseline="0" smtClean="0">
            <a:ln>
              <a:noFill/>
            </a:ln>
            <a:solidFill>
              <a:schemeClr val="tx1"/>
            </a:solidFill>
            <a:effectLst/>
            <a:latin typeface="Courier New" panose="02070309020205020404" pitchFamily="49" charset="0"/>
          </a:defRPr>
        </a:defPPr>
      </a:lstStyle>
    </a:lnDef>
  </a:objectDefaults>
  <a:extraClrSchemeLst>
    <a:extraClrScheme>
      <a:clrScheme name="Default Design 1">
        <a:dk1>
          <a:srgbClr val="000000"/>
        </a:dk1>
        <a:lt1>
          <a:srgbClr val="FFFFFF"/>
        </a:lt1>
        <a:dk2>
          <a:srgbClr val="0000FF"/>
        </a:dk2>
        <a:lt2>
          <a:srgbClr val="FFFF00"/>
        </a:lt2>
        <a:accent1>
          <a:srgbClr val="FF9900"/>
        </a:accent1>
        <a:accent2>
          <a:srgbClr val="00FFFF"/>
        </a:accent2>
        <a:accent3>
          <a:srgbClr val="AAAAFF"/>
        </a:accent3>
        <a:accent4>
          <a:srgbClr val="DADADA"/>
        </a:accent4>
        <a:accent5>
          <a:srgbClr val="FFCAAA"/>
        </a:accent5>
        <a:accent6>
          <a:srgbClr val="00E7E7"/>
        </a:accent6>
        <a:hlink>
          <a:srgbClr val="FF0000"/>
        </a:hlink>
        <a:folHlink>
          <a:srgbClr val="969696"/>
        </a:folHlink>
      </a:clrScheme>
      <a:clrMap bg1="dk2" tx1="lt1" bg2="dk1" tx2="lt2" accent1="accent1" accent2="accent2" accent3="accent3" accent4="accent4" accent5="accent5" accent6="accent6" hlink="hlink" folHlink="folHlink"/>
    </a:extraClrScheme>
    <a:extraClrScheme>
      <a:clrScheme name="Default Design 2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00CC99"/>
        </a:accent1>
        <a:accent2>
          <a:srgbClr val="3333CC"/>
        </a:accent2>
        <a:accent3>
          <a:srgbClr val="FFFFFF"/>
        </a:accent3>
        <a:accent4>
          <a:srgbClr val="000000"/>
        </a:accent4>
        <a:accent5>
          <a:srgbClr val="AAE2CA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3">
        <a:dk1>
          <a:srgbClr val="000000"/>
        </a:dk1>
        <a:lt1>
          <a:srgbClr val="FFFFFF"/>
        </a:lt1>
        <a:dk2>
          <a:srgbClr val="000000"/>
        </a:dk2>
        <a:lt2>
          <a:srgbClr val="333333"/>
        </a:lt2>
        <a:accent1>
          <a:srgbClr val="DDDDDD"/>
        </a:accent1>
        <a:accent2>
          <a:srgbClr val="808080"/>
        </a:accent2>
        <a:accent3>
          <a:srgbClr val="FFFFFF"/>
        </a:accent3>
        <a:accent4>
          <a:srgbClr val="000000"/>
        </a:accent4>
        <a:accent5>
          <a:srgbClr val="EBEBEB"/>
        </a:accent5>
        <a:accent6>
          <a:srgbClr val="737373"/>
        </a:accent6>
        <a:hlink>
          <a:srgbClr val="4D4D4D"/>
        </a:hlink>
        <a:folHlink>
          <a:srgbClr val="EAEAEA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4">
        <a:dk1>
          <a:srgbClr val="000000"/>
        </a:dk1>
        <a:lt1>
          <a:srgbClr val="FFFFCC"/>
        </a:lt1>
        <a:dk2>
          <a:srgbClr val="808000"/>
        </a:dk2>
        <a:lt2>
          <a:srgbClr val="666633"/>
        </a:lt2>
        <a:accent1>
          <a:srgbClr val="339933"/>
        </a:accent1>
        <a:accent2>
          <a:srgbClr val="800000"/>
        </a:accent2>
        <a:accent3>
          <a:srgbClr val="FFFFE2"/>
        </a:accent3>
        <a:accent4>
          <a:srgbClr val="000000"/>
        </a:accent4>
        <a:accent5>
          <a:srgbClr val="ADCAAD"/>
        </a:accent5>
        <a:accent6>
          <a:srgbClr val="730000"/>
        </a:accent6>
        <a:hlink>
          <a:srgbClr val="0033CC"/>
        </a:hlink>
        <a:folHlink>
          <a:srgbClr val="FFCC66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5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FFCC66"/>
        </a:accent1>
        <a:accent2>
          <a:srgbClr val="0000FF"/>
        </a:accent2>
        <a:accent3>
          <a:srgbClr val="FFFFFF"/>
        </a:accent3>
        <a:accent4>
          <a:srgbClr val="000000"/>
        </a:accent4>
        <a:accent5>
          <a:srgbClr val="FFE2B8"/>
        </a:accent5>
        <a:accent6>
          <a:srgbClr val="0000E7"/>
        </a:accent6>
        <a:hlink>
          <a:srgbClr val="CC00CC"/>
        </a:hlink>
        <a:folHlink>
          <a:srgbClr val="C0C0C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6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C0C0C0"/>
        </a:accent1>
        <a:accent2>
          <a:srgbClr val="0066FF"/>
        </a:accent2>
        <a:accent3>
          <a:srgbClr val="FFFFFF"/>
        </a:accent3>
        <a:accent4>
          <a:srgbClr val="000000"/>
        </a:accent4>
        <a:accent5>
          <a:srgbClr val="DCDCDC"/>
        </a:accent5>
        <a:accent6>
          <a:srgbClr val="005CE7"/>
        </a:accent6>
        <a:hlink>
          <a:srgbClr val="FF0000"/>
        </a:hlink>
        <a:folHlink>
          <a:srgbClr val="00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7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3399FF"/>
        </a:accent1>
        <a:accent2>
          <a:srgbClr val="99FFCC"/>
        </a:accent2>
        <a:accent3>
          <a:srgbClr val="FFFFFF"/>
        </a:accent3>
        <a:accent4>
          <a:srgbClr val="000000"/>
        </a:accent4>
        <a:accent5>
          <a:srgbClr val="ADCAFF"/>
        </a:accent5>
        <a:accent6>
          <a:srgbClr val="8AE7B9"/>
        </a:accent6>
        <a:hlink>
          <a:srgbClr val="CC00CC"/>
        </a:hlink>
        <a:folHlink>
          <a:srgbClr val="B2B2B2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Default Design 8">
        <a:dk1>
          <a:srgbClr val="808080"/>
        </a:dk1>
        <a:lt1>
          <a:srgbClr val="FFFFFF"/>
        </a:lt1>
        <a:dk2>
          <a:srgbClr val="990033"/>
        </a:dk2>
        <a:lt2>
          <a:srgbClr val="FFFFFF"/>
        </a:lt2>
        <a:accent1>
          <a:srgbClr val="A50021"/>
        </a:accent1>
        <a:accent2>
          <a:srgbClr val="3333CC"/>
        </a:accent2>
        <a:accent3>
          <a:srgbClr val="CAAAAD"/>
        </a:accent3>
        <a:accent4>
          <a:srgbClr val="DADADA"/>
        </a:accent4>
        <a:accent5>
          <a:srgbClr val="CFAAAB"/>
        </a:accent5>
        <a:accent6>
          <a:srgbClr val="2D2DB9"/>
        </a:accent6>
        <a:hlink>
          <a:srgbClr val="CCCCFF"/>
        </a:hlink>
        <a:folHlink>
          <a:srgbClr val="B2B2B2"/>
        </a:folHlink>
      </a:clrScheme>
      <a:clrMap bg1="dk2" tx1="lt1" bg2="dk1" tx2="lt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5112</TotalTime>
  <Words>2222</Words>
  <Application>Microsoft Office PowerPoint</Application>
  <PresentationFormat>On-screen Show (4:3)</PresentationFormat>
  <Paragraphs>246</Paragraphs>
  <Slides>15</Slides>
  <Notes>15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16" baseType="lpstr">
      <vt:lpstr>Default Design</vt:lpstr>
      <vt:lpstr>Dynamic Arrays</vt:lpstr>
      <vt:lpstr>Dynamic Arrays</vt:lpstr>
      <vt:lpstr>Dynamic Arrays</vt:lpstr>
      <vt:lpstr>Dynamic Arrays</vt:lpstr>
      <vt:lpstr>Dynamic Arrays</vt:lpstr>
      <vt:lpstr>The LIST Data Structure</vt:lpstr>
      <vt:lpstr>Lists</vt:lpstr>
      <vt:lpstr>Lists</vt:lpstr>
      <vt:lpstr>Lists</vt:lpstr>
      <vt:lpstr>Lists</vt:lpstr>
      <vt:lpstr>Lists</vt:lpstr>
      <vt:lpstr>List Operations</vt:lpstr>
      <vt:lpstr>List Operations</vt:lpstr>
      <vt:lpstr>List Operations</vt:lpstr>
      <vt:lpstr>List Operations</vt:lpstr>
    </vt:vector>
  </TitlesOfParts>
  <Company>Techlogix (Pvt) Ltd.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Data Structures</dc:title>
  <dc:creator>aslam</dc:creator>
  <cp:lastModifiedBy>Aleena Batool</cp:lastModifiedBy>
  <cp:revision>175</cp:revision>
  <dcterms:created xsi:type="dcterms:W3CDTF">2002-08-03T08:00:25Z</dcterms:created>
  <dcterms:modified xsi:type="dcterms:W3CDTF">2025-10-06T06:40:25Z</dcterms:modified>
</cp:coreProperties>
</file>