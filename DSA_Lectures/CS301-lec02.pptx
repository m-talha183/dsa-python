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99" r:id="rId2"/>
    <p:sldId id="290" r:id="rId3"/>
    <p:sldId id="388" r:id="rId4"/>
    <p:sldId id="291" r:id="rId5"/>
    <p:sldId id="292" r:id="rId6"/>
    <p:sldId id="389" r:id="rId7"/>
    <p:sldId id="390" r:id="rId8"/>
    <p:sldId id="293" r:id="rId9"/>
    <p:sldId id="391" r:id="rId10"/>
    <p:sldId id="294" r:id="rId11"/>
    <p:sldId id="295" r:id="rId12"/>
    <p:sldId id="296" r:id="rId13"/>
    <p:sldId id="297" r:id="rId14"/>
    <p:sldId id="298" r:id="rId15"/>
    <p:sldId id="392" r:id="rId16"/>
    <p:sldId id="393" r:id="rId17"/>
    <p:sldId id="394" r:id="rId18"/>
    <p:sldId id="395" r:id="rId19"/>
    <p:sldId id="396" r:id="rId20"/>
    <p:sldId id="300" r:id="rId21"/>
    <p:sldId id="301" r:id="rId22"/>
    <p:sldId id="397" r:id="rId23"/>
    <p:sldId id="398" r:id="rId24"/>
    <p:sldId id="302" r:id="rId25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72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44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16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88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969696"/>
    <a:srgbClr val="000066"/>
    <a:srgbClr val="660066"/>
    <a:srgbClr val="660033"/>
    <a:srgbClr val="800000"/>
    <a:srgbClr val="990033"/>
    <a:srgbClr val="0B1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 snapToObjects="1">
      <p:cViewPr>
        <p:scale>
          <a:sx n="66" d="100"/>
          <a:sy n="66" d="100"/>
        </p:scale>
        <p:origin x="-55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3" d="100"/>
          <a:sy n="53" d="100"/>
        </p:scale>
        <p:origin x="-178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7132DC4-7CA2-58C6-49F2-3C82B29533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0E718E-1AB6-FD1B-3E14-81D468085E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ED4B94C-FFF3-330F-2FED-AB82AC5F8C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20D0B09-3A58-D188-3D60-5B7914ECF2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68587A8-CCD2-5C69-0ECD-8FEAD9EBBE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61E2291-8087-3D61-F4CB-F8B340FA2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fld id="{46A00704-0D65-4F31-BCCF-901C452D16B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C4D594A-CF53-192F-61E1-352EB16A3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F7A1F-CB9D-4EAD-95A1-47DFD3EE3D47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87426" name="Rectangle 2">
            <a:extLst>
              <a:ext uri="{FF2B5EF4-FFF2-40B4-BE49-F238E27FC236}">
                <a16:creationId xmlns:a16="http://schemas.microsoft.com/office/drawing/2014/main" id="{AC22FA58-1505-5170-FCCF-C1782A1DA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15890C2D-F0E4-2AFE-7B17-CA34A0518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B6941E8-92F7-DBB6-4AB6-ED7D1C619D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388940-DA3E-433E-93AD-38934ACDC62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CE20B728-FC69-EC2E-1BD5-1ADCE0630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E270B77-B5CD-7A1B-058E-26BB48692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2EDDD5-93AA-4897-BBE4-D1032BE9A3F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90818" name="Rectangle 2">
            <a:extLst>
              <a:ext uri="{FF2B5EF4-FFF2-40B4-BE49-F238E27FC236}">
                <a16:creationId xmlns:a16="http://schemas.microsoft.com/office/drawing/2014/main" id="{66901BE4-82A8-A4A8-B757-068B4BC057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820" name="Rectangle 4">
            <a:extLst>
              <a:ext uri="{FF2B5EF4-FFF2-40B4-BE49-F238E27FC236}">
                <a16:creationId xmlns:a16="http://schemas.microsoft.com/office/drawing/2014/main" id="{267D6087-419D-9791-D507-643FBA5A3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727789C-B360-9041-29EF-0DE6BA209D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9A1ED-6B22-4567-AD82-6A4B5E01989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FEEAA752-21C9-C469-4A4D-22B19E65B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FCDF3A-508B-4245-D7C4-5D23F39FE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07C241-FD85-46EC-A904-CBDA07AD832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B006609-2E1B-4FD5-DFEE-B827A21DC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E7F4325B-3D61-FA35-628A-6DB039A84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7722F38-13BD-E745-627A-E9637E1B2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677B92-CF04-41DD-B72D-97C058FB954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92866" name="Rectangle 2">
            <a:extLst>
              <a:ext uri="{FF2B5EF4-FFF2-40B4-BE49-F238E27FC236}">
                <a16:creationId xmlns:a16="http://schemas.microsoft.com/office/drawing/2014/main" id="{BB661EC7-FD6D-54D1-31BF-4C0910E1A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868" name="Rectangle 4">
            <a:extLst>
              <a:ext uri="{FF2B5EF4-FFF2-40B4-BE49-F238E27FC236}">
                <a16:creationId xmlns:a16="http://schemas.microsoft.com/office/drawing/2014/main" id="{AC3C4021-C33F-3105-CC98-D05B85B95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5CAB25-7A4F-1F73-46CA-5C32695E72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BA76F5-CC3A-441E-B402-EAC628C9647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94914" name="Rectangle 2">
            <a:extLst>
              <a:ext uri="{FF2B5EF4-FFF2-40B4-BE49-F238E27FC236}">
                <a16:creationId xmlns:a16="http://schemas.microsoft.com/office/drawing/2014/main" id="{D0AF60BA-3139-EBCB-070D-9709513495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6" name="Rectangle 4">
            <a:extLst>
              <a:ext uri="{FF2B5EF4-FFF2-40B4-BE49-F238E27FC236}">
                <a16:creationId xmlns:a16="http://schemas.microsoft.com/office/drawing/2014/main" id="{C5EA42C3-CEF3-D69E-1E60-5A62F113E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CA719AC-A4FA-38EE-9C8B-CE2FBE78B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828DDE-D387-4F0F-A255-631293AACF1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DB5883E2-D66F-4E3C-8AE9-BA2D4B5A83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E6E4FCB9-53A5-F0E6-50B9-0441001EF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4A1339-D74C-99EC-1D9D-72AAF5F37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E96BC5-B17A-4475-BDBE-72871819EE11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96962" name="Rectangle 1026">
            <a:extLst>
              <a:ext uri="{FF2B5EF4-FFF2-40B4-BE49-F238E27FC236}">
                <a16:creationId xmlns:a16="http://schemas.microsoft.com/office/drawing/2014/main" id="{1F1B9575-96F7-BD30-452A-DC885FC61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4" name="Rectangle 1028">
            <a:extLst>
              <a:ext uri="{FF2B5EF4-FFF2-40B4-BE49-F238E27FC236}">
                <a16:creationId xmlns:a16="http://schemas.microsoft.com/office/drawing/2014/main" id="{13CC85CF-53A6-E2D5-904B-76B8E4FA8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45B1934-FDC8-1270-62F2-B01B29FE79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FA772-382B-48D5-A717-4E3BC3F75EAE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F1A40817-83CB-E171-BDE3-CAA2ABD4E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89A23850-73D6-4CF1-D0ED-C02C4E816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F617C4-6FA9-EC53-8D77-132FA4CD3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12C28-86E9-4B51-8781-D89E95E02257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6B427D12-2106-7FA1-A757-B786751E2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101FB132-F298-3CF6-DFDA-F467A2962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D30CBDA-5C2E-A25A-D3A0-F8E637A89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305701-4923-4535-8D40-033FA60533B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FEE60E06-3F90-6952-9F08-D540AC63E2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60BCD02B-22E9-B2EE-CB72-B6C872958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CAEA761-37E1-4691-4D6D-992A4AC41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E66419-FDC7-4C68-AEEF-F80393F653B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13F018D9-B811-E141-2B4C-5D7013E32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3DA14B90-1E9E-F62E-C71F-910D69452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BB21C99-D305-F312-D534-EEC47FE4BE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442AC9-8864-4401-9C15-B84B17750D9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87648F49-DDEF-1E50-3352-0CDB5F04A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E56FFD46-DAF8-54B0-2D70-6987E7D11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AB8C80-7D34-AFD3-C2D5-E52C7B4D1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E93C35-108F-434A-96EB-95E76E30032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99010" name="Rectangle 1026">
            <a:extLst>
              <a:ext uri="{FF2B5EF4-FFF2-40B4-BE49-F238E27FC236}">
                <a16:creationId xmlns:a16="http://schemas.microsoft.com/office/drawing/2014/main" id="{0286DAA5-829F-C729-00F1-4A29E607F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9012" name="Rectangle 1028">
            <a:extLst>
              <a:ext uri="{FF2B5EF4-FFF2-40B4-BE49-F238E27FC236}">
                <a16:creationId xmlns:a16="http://schemas.microsoft.com/office/drawing/2014/main" id="{EC384A9A-BF02-8DA5-1AEB-CFB789FA2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2104C3A-37D1-BEA1-FFA8-943FD499C7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277106-7C19-4610-A351-7C2EC2B7F0D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01058" name="Rectangle 2">
            <a:extLst>
              <a:ext uri="{FF2B5EF4-FFF2-40B4-BE49-F238E27FC236}">
                <a16:creationId xmlns:a16="http://schemas.microsoft.com/office/drawing/2014/main" id="{7199B7FF-EB0E-09FF-80CC-A650E847C5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1060" name="Rectangle 4">
            <a:extLst>
              <a:ext uri="{FF2B5EF4-FFF2-40B4-BE49-F238E27FC236}">
                <a16:creationId xmlns:a16="http://schemas.microsoft.com/office/drawing/2014/main" id="{E2886FC2-0F72-A4AF-AB7A-0D39AD571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2445942-FEFF-DC6D-6115-48C5999B8E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1223FD-8C0E-41C5-84B2-EA57199620C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03106" name="Rectangle 1026">
            <a:extLst>
              <a:ext uri="{FF2B5EF4-FFF2-40B4-BE49-F238E27FC236}">
                <a16:creationId xmlns:a16="http://schemas.microsoft.com/office/drawing/2014/main" id="{948575A2-810B-B0C3-1B0A-90F7E1BDDE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3108" name="Rectangle 1028">
            <a:extLst>
              <a:ext uri="{FF2B5EF4-FFF2-40B4-BE49-F238E27FC236}">
                <a16:creationId xmlns:a16="http://schemas.microsoft.com/office/drawing/2014/main" id="{A966B1AF-2198-1B04-01AA-9B8F95E4F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7B9006B-DAEE-487E-9057-92BCC7F17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B58275-082F-4010-94FA-0B5BD77D6A7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05154" name="Rectangle 2">
            <a:extLst>
              <a:ext uri="{FF2B5EF4-FFF2-40B4-BE49-F238E27FC236}">
                <a16:creationId xmlns:a16="http://schemas.microsoft.com/office/drawing/2014/main" id="{C9786547-D2C3-D7C2-37A8-6F8DC8145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5156" name="Rectangle 4">
            <a:extLst>
              <a:ext uri="{FF2B5EF4-FFF2-40B4-BE49-F238E27FC236}">
                <a16:creationId xmlns:a16="http://schemas.microsoft.com/office/drawing/2014/main" id="{97545E88-E03A-C6F4-ADEB-453BA1758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5FF871-4C52-40C7-D1D8-07AFD7D53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4A874B-E1DA-4A55-BE8D-EB9D423D84D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07202" name="Rectangle 1026">
            <a:extLst>
              <a:ext uri="{FF2B5EF4-FFF2-40B4-BE49-F238E27FC236}">
                <a16:creationId xmlns:a16="http://schemas.microsoft.com/office/drawing/2014/main" id="{D7439E33-EAA7-A791-302B-6AB528434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04" name="Rectangle 1028">
            <a:extLst>
              <a:ext uri="{FF2B5EF4-FFF2-40B4-BE49-F238E27FC236}">
                <a16:creationId xmlns:a16="http://schemas.microsoft.com/office/drawing/2014/main" id="{FD1A082E-F034-1003-8972-FB740DF89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046DEB6-949F-D4EF-9BC2-34A763656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035821-1CC7-4E52-93BF-1AF9AAD375E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00AC8F71-B604-3E84-F34F-33DCE7607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3D03ED4C-B4ED-F812-ADC1-1EEC20CC8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7C7174-3D3D-708C-0F8D-39C948AAE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1E668-0026-403D-8B10-8C1587110FA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2A30D33E-4BF3-E174-1D74-9BD372012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356E8ED4-FDE4-80FF-1D81-BF12C170D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8F56D11-0FBE-8687-1336-EF7C062D1D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75E85-70E8-4B78-A664-9ED4CE54A3B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D03136FC-EEA8-B7CE-1EA2-6B0247671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9252" name="Rectangle 4">
            <a:extLst>
              <a:ext uri="{FF2B5EF4-FFF2-40B4-BE49-F238E27FC236}">
                <a16:creationId xmlns:a16="http://schemas.microsoft.com/office/drawing/2014/main" id="{DF2E6D9D-755E-5DB2-02AB-977866A2E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B8CC7D-B092-8B74-06CF-608348F495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1F223D-F16F-4F59-B528-3DC34E7C5127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17AA36AD-757C-A4D2-7FF3-3570A1B6BF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1300" name="Rectangle 4">
            <a:extLst>
              <a:ext uri="{FF2B5EF4-FFF2-40B4-BE49-F238E27FC236}">
                <a16:creationId xmlns:a16="http://schemas.microsoft.com/office/drawing/2014/main" id="{6DF80E0A-E019-3756-93B4-BD3238282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EF7BC0-8924-7594-FE2A-AABA8F7F0E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AAFD2D-CD8B-4ECC-88F1-2473DC097FAA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B1F6F608-A03C-A13C-779F-E55D0BA82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D4043935-E7CA-EAF0-AAD2-B2E9725EE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8781-D9B2-CC69-50FB-CB151256D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BB7A2-74B2-26CD-EC0F-EFA5EB97D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12332-87D5-7AA2-6DB0-1A71032F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D1DC1-6D16-C680-F581-CB37C2FF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D79F0-8448-B98D-C749-42032D3D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2DA49-8A9D-41B7-9E81-EA1DE80ECF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8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8CEB-D6F0-7DAD-B2F1-D024C37CE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9C39-8A31-B9C6-403C-BF52B95D1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30BD3-405D-9455-5F14-BA51C1F8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0A463-BF4F-5C79-4B75-85C8BF37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B8F6D-349E-96C9-631E-7E5E0520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A3CA21-2D14-4C98-9CC5-EE5D39F9A0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85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54C-6884-529B-754D-FEF87D8C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1DC14-1229-0CA3-AEEC-A8F6D9567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FC87-ADF1-27E0-6B49-04751FB7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0137-4960-8095-B983-36E3531E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51CEC-028D-1C72-E328-37A55D29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7028A-4774-47EB-B1BA-AAD94C2DD6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5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15F0-9BA9-EEFC-20DF-5F8C4D32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99DF-37AB-E04D-8177-EBF72ECA9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A5968-F318-98AF-79EE-65EA8677B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48BF-EED6-ED46-E295-A9F3ED53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51A2D-CDE0-7009-8A9D-D1F1E20F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CF067-27DD-62B1-5601-D5B1DE78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8D832-FFE0-4C03-A732-45AE880525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40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DDA5-D9EB-3A68-4A5B-453E6DC3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C6E37-7864-8869-CA8F-0A1101BC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58E9-40A4-2F49-D3C6-D8E3B6B92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473E9-BCAD-AC9A-96DC-3E7F17F4A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A95CB-04A3-EAC4-62FB-4D35D1726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0C84B-4FB6-FD75-4E6B-DF4534C8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DEC72-387C-7AE3-28FC-E43589CD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DA3F5-698D-8724-CC27-8F70B306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6A870-5033-4F27-92AB-CEC5E463D5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88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A0F7-3838-BA59-943B-9E6E0971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4CAAB-4F7A-75EA-28B1-A8698457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ECC14-F188-1B24-FE6C-AF05B0BB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F256F-6509-C5A6-199D-CAF776B7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77914-5D4F-4D96-8F6D-46C621E4A4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43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BE1EDF-0FA7-4621-FB07-881999C8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9D5DF-12F6-7A83-062A-66541031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26BDB-F767-D494-56AE-D3E7E8A7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D8165-7DE5-4C56-8788-ABB2DBA3D8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08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B9E6-4AB6-11D5-CB3A-270D20A61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12D1A-26DF-3772-3173-022EA857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537CD-1788-4D16-9EDC-7C76A0283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5AD1-2617-EAD7-F53F-CF1BE9C4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3F4B-6AA4-759C-332F-9D0C0040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6A043-A55E-C24F-BFA3-6F450E44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4ED5A-89E1-493B-BF9C-D8B244D4FE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84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6C25-ABAB-C894-637D-BD8FFF7E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4C30D-A11D-B01E-049A-7F7F6C517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398A2-2F14-7B2E-E713-052408E5A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B989A-FD72-58D7-3D3D-A8DED02D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A65F3-D8E8-A00F-4291-43887719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E3F3E-4E6B-7477-D231-429B33E5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853BE-BF72-4024-A9CD-3C6E71ACD1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87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5552-3856-8FC0-C4C1-D134142B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C5BC1-56FC-4AF2-52F7-CAD573BA5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4BE79-DF57-65CF-B36A-7BC1F571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B7CC9-8D46-77CD-8B2F-7533F9DE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BD10-E7C4-062C-3D59-DC72BB53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6F5AC-9FB5-4FFA-812B-8642F6BD21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17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3E09F-6A03-ACD6-1D72-FAC142435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CAA03-A0DD-5248-9D16-8E852EB0C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0AC25-87F3-A548-395A-026301D3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962C-D170-59DC-C324-3EEA455B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8691C-0A4F-AEB0-A9C4-84C45CFC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E5F3B-2979-4BFE-B3A6-1F61BF2172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18E79E-E728-225B-D177-B8C47664E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77AEDB-9E2F-FC1C-D384-B53CD91EA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802EE44-E602-FBFF-7F56-0FD20EA624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900" b="0">
                <a:solidFill>
                  <a:srgbClr val="969696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3D9CB6-32E9-CFBD-7566-2A73D3103A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7FAA60-B6F9-4EA8-0947-CCD62BCBF6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900" b="0">
                <a:solidFill>
                  <a:schemeClr val="folHlink"/>
                </a:solidFill>
                <a:latin typeface="Arial" panose="020B0604020202020204" pitchFamily="34" charset="0"/>
              </a:defRPr>
            </a:lvl1pPr>
          </a:lstStyle>
          <a:p>
            <a:fld id="{19BF9E59-5B17-441B-A910-E06E78E4CC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1EBFF14-290F-8D6C-9F20-341BF7279D84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52400" y="762000"/>
            <a:ext cx="271463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D612011-F927-A2B5-6DC4-6260F8919522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79425" y="1184275"/>
            <a:ext cx="368300" cy="1873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3924AD0-846B-037C-35C4-4C1CE08D1B9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-304800" y="11112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A5BA1714-D026-5F36-543F-F6694CDCEA3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57200" y="4572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46E76E6A-1B20-29B4-8F24-A245EE7F9734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38113" y="11255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>
            <a:extLst>
              <a:ext uri="{FF2B5EF4-FFF2-40B4-BE49-F238E27FC236}">
                <a16:creationId xmlns:a16="http://schemas.microsoft.com/office/drawing/2014/main" id="{742F46EF-6286-7C66-598B-AD949C218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7848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buFontTx/>
              <a:buNone/>
            </a:pPr>
            <a:r>
              <a:rPr lang="en-US" altLang="en-US" b="0" dirty="0">
                <a:latin typeface="Helvetica" panose="020B0604020202020204" pitchFamily="34" charset="0"/>
              </a:rPr>
              <a:t>Lecture No.02 </a:t>
            </a:r>
            <a:br>
              <a:rPr lang="en-US" altLang="en-US" b="0" dirty="0">
                <a:latin typeface="Helvetica" panose="020B0604020202020204" pitchFamily="34" charset="0"/>
              </a:rPr>
            </a:br>
            <a:br>
              <a:rPr lang="en-US" altLang="en-US" b="0" dirty="0">
                <a:latin typeface="Helvetica" panose="020B0604020202020204" pitchFamily="34" charset="0"/>
              </a:rPr>
            </a:br>
            <a:r>
              <a:rPr lang="en-US" altLang="en-US" b="0" dirty="0">
                <a:latin typeface="Helvetica" panose="020B0604020202020204" pitchFamily="34" charset="0"/>
              </a:rPr>
              <a:t>Data Structures</a:t>
            </a:r>
            <a:br>
              <a:rPr lang="en-US" altLang="en-US" b="0" dirty="0">
                <a:latin typeface="Helvetica" panose="020B0604020202020204" pitchFamily="34" charset="0"/>
              </a:rPr>
            </a:br>
            <a:endParaRPr lang="en-US" altLang="en-US" sz="3600" b="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4F980A-870E-3938-782D-82B2A451F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2F0BF41-6C6F-0618-F572-6B3C71E9B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26685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have designed the interface for the List; we now must consider how to implement that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44E2D203-CBDA-6B43-07D0-66DB0D39D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24B36B44-68B7-4164-81CA-CE5EA4AFC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2668587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We have designed the interface for the List; we now must consider how to implement that interface.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Implementing Lists using an array: for example, the list of integers (2, 6, 8, 7, 1) could be represented as: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grpSp>
        <p:nvGrpSpPr>
          <p:cNvPr id="289822" name="Group 30">
            <a:extLst>
              <a:ext uri="{FF2B5EF4-FFF2-40B4-BE49-F238E27FC236}">
                <a16:creationId xmlns:a16="http://schemas.microsoft.com/office/drawing/2014/main" id="{767B2AD4-C102-5D96-8730-23679E41A665}"/>
              </a:ext>
            </a:extLst>
          </p:cNvPr>
          <p:cNvGrpSpPr>
            <a:grpSpLocks/>
          </p:cNvGrpSpPr>
          <p:nvPr/>
        </p:nvGrpSpPr>
        <p:grpSpPr bwMode="auto">
          <a:xfrm>
            <a:off x="746125" y="4495800"/>
            <a:ext cx="7205663" cy="976313"/>
            <a:chOff x="470" y="2832"/>
            <a:chExt cx="4539" cy="615"/>
          </a:xfrm>
        </p:grpSpPr>
        <p:grpSp>
          <p:nvGrpSpPr>
            <p:cNvPr id="289796" name="Group 4">
              <a:extLst>
                <a:ext uri="{FF2B5EF4-FFF2-40B4-BE49-F238E27FC236}">
                  <a16:creationId xmlns:a16="http://schemas.microsoft.com/office/drawing/2014/main" id="{F8E4D9E3-B1D1-B4A2-D8AA-C6A74A04ED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" y="2880"/>
              <a:ext cx="2986" cy="567"/>
              <a:chOff x="470" y="2928"/>
              <a:chExt cx="2986" cy="567"/>
            </a:xfrm>
          </p:grpSpPr>
          <p:sp>
            <p:nvSpPr>
              <p:cNvPr id="289797" name="Rectangle 5">
                <a:extLst>
                  <a:ext uri="{FF2B5EF4-FFF2-40B4-BE49-F238E27FC236}">
                    <a16:creationId xmlns:a16="http://schemas.microsoft.com/office/drawing/2014/main" id="{27C826D0-2515-6E7F-1FEF-EC0A444EB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928"/>
                <a:ext cx="2688" cy="336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9798" name="Text Box 6">
                <a:extLst>
                  <a:ext uri="{FF2B5EF4-FFF2-40B4-BE49-F238E27FC236}">
                    <a16:creationId xmlns:a16="http://schemas.microsoft.com/office/drawing/2014/main" id="{95DE7CE1-3D48-0FAB-CDAE-FCB9A706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" y="2953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A</a:t>
                </a:r>
              </a:p>
            </p:txBody>
          </p:sp>
          <p:sp>
            <p:nvSpPr>
              <p:cNvPr id="289799" name="Text Box 7">
                <a:extLst>
                  <a:ext uri="{FF2B5EF4-FFF2-40B4-BE49-F238E27FC236}">
                    <a16:creationId xmlns:a16="http://schemas.microsoft.com/office/drawing/2014/main" id="{3894A472-6E2E-2BEB-29C4-1ACED4FA5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297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6</a:t>
                </a:r>
              </a:p>
            </p:txBody>
          </p:sp>
          <p:sp>
            <p:nvSpPr>
              <p:cNvPr id="289800" name="Text Box 8">
                <a:extLst>
                  <a:ext uri="{FF2B5EF4-FFF2-40B4-BE49-F238E27FC236}">
                    <a16:creationId xmlns:a16="http://schemas.microsoft.com/office/drawing/2014/main" id="{158C0BC5-B5B3-4B25-74D9-CB7C06458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97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8</a:t>
                </a:r>
              </a:p>
            </p:txBody>
          </p:sp>
          <p:sp>
            <p:nvSpPr>
              <p:cNvPr id="289801" name="Text Box 9">
                <a:extLst>
                  <a:ext uri="{FF2B5EF4-FFF2-40B4-BE49-F238E27FC236}">
                    <a16:creationId xmlns:a16="http://schemas.microsoft.com/office/drawing/2014/main" id="{3BF1FF52-7B57-8391-85BB-C37EDBC5FB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97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7</a:t>
                </a:r>
              </a:p>
            </p:txBody>
          </p:sp>
          <p:sp>
            <p:nvSpPr>
              <p:cNvPr id="289802" name="Text Box 10">
                <a:extLst>
                  <a:ext uri="{FF2B5EF4-FFF2-40B4-BE49-F238E27FC236}">
                    <a16:creationId xmlns:a16="http://schemas.microsoft.com/office/drawing/2014/main" id="{929E055B-637C-D695-4FBE-23F66B38B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97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89803" name="Text Box 11">
                <a:extLst>
                  <a:ext uri="{FF2B5EF4-FFF2-40B4-BE49-F238E27FC236}">
                    <a16:creationId xmlns:a16="http://schemas.microsoft.com/office/drawing/2014/main" id="{A102C1A5-949E-E061-0953-3EC054A705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26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89804" name="Text Box 12">
                <a:extLst>
                  <a:ext uri="{FF2B5EF4-FFF2-40B4-BE49-F238E27FC236}">
                    <a16:creationId xmlns:a16="http://schemas.microsoft.com/office/drawing/2014/main" id="{76BA0125-316A-B43A-E997-352D2B917F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26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289805" name="Text Box 13">
                <a:extLst>
                  <a:ext uri="{FF2B5EF4-FFF2-40B4-BE49-F238E27FC236}">
                    <a16:creationId xmlns:a16="http://schemas.microsoft.com/office/drawing/2014/main" id="{41E3FBED-9A6F-E9EC-01AD-C83E0BC28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26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3</a:t>
                </a:r>
              </a:p>
            </p:txBody>
          </p:sp>
          <p:sp>
            <p:nvSpPr>
              <p:cNvPr id="289806" name="Text Box 14">
                <a:extLst>
                  <a:ext uri="{FF2B5EF4-FFF2-40B4-BE49-F238E27FC236}">
                    <a16:creationId xmlns:a16="http://schemas.microsoft.com/office/drawing/2014/main" id="{E8BDB646-8B43-21E6-7B93-5DECB3095B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26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4</a:t>
                </a:r>
              </a:p>
            </p:txBody>
          </p:sp>
          <p:sp>
            <p:nvSpPr>
              <p:cNvPr id="289807" name="Text Box 15">
                <a:extLst>
                  <a:ext uri="{FF2B5EF4-FFF2-40B4-BE49-F238E27FC236}">
                    <a16:creationId xmlns:a16="http://schemas.microsoft.com/office/drawing/2014/main" id="{815B473B-FA1C-98E2-9028-137F740DD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326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5</a:t>
                </a:r>
              </a:p>
            </p:txBody>
          </p:sp>
          <p:sp>
            <p:nvSpPr>
              <p:cNvPr id="289808" name="Line 16">
                <a:extLst>
                  <a:ext uri="{FF2B5EF4-FFF2-40B4-BE49-F238E27FC236}">
                    <a16:creationId xmlns:a16="http://schemas.microsoft.com/office/drawing/2014/main" id="{B98744FD-CE06-969C-2CE2-42CB851F3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09" name="Line 17">
                <a:extLst>
                  <a:ext uri="{FF2B5EF4-FFF2-40B4-BE49-F238E27FC236}">
                    <a16:creationId xmlns:a16="http://schemas.microsoft.com/office/drawing/2014/main" id="{ECAB48F9-B3D2-D9E1-DF5E-9A35E6BF9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0" name="Line 18">
                <a:extLst>
                  <a:ext uri="{FF2B5EF4-FFF2-40B4-BE49-F238E27FC236}">
                    <a16:creationId xmlns:a16="http://schemas.microsoft.com/office/drawing/2014/main" id="{C84A5B0C-AB4E-A2CA-F300-50B9B6868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1" name="Line 19">
                <a:extLst>
                  <a:ext uri="{FF2B5EF4-FFF2-40B4-BE49-F238E27FC236}">
                    <a16:creationId xmlns:a16="http://schemas.microsoft.com/office/drawing/2014/main" id="{587051A1-7474-6460-9328-8EC2654D0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2" name="Line 20">
                <a:extLst>
                  <a:ext uri="{FF2B5EF4-FFF2-40B4-BE49-F238E27FC236}">
                    <a16:creationId xmlns:a16="http://schemas.microsoft.com/office/drawing/2014/main" id="{501CACAE-E142-8923-09E8-CADF54602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3" name="Line 21">
                <a:extLst>
                  <a:ext uri="{FF2B5EF4-FFF2-40B4-BE49-F238E27FC236}">
                    <a16:creationId xmlns:a16="http://schemas.microsoft.com/office/drawing/2014/main" id="{4AA95B64-49D3-E892-351A-6023F1F62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4" name="Line 22">
                <a:extLst>
                  <a:ext uri="{FF2B5EF4-FFF2-40B4-BE49-F238E27FC236}">
                    <a16:creationId xmlns:a16="http://schemas.microsoft.com/office/drawing/2014/main" id="{D4FBA6F0-9EDE-F29E-273A-CE3D0D05A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15" name="Text Box 23">
                <a:extLst>
                  <a:ext uri="{FF2B5EF4-FFF2-40B4-BE49-F238E27FC236}">
                    <a16:creationId xmlns:a16="http://schemas.microsoft.com/office/drawing/2014/main" id="{438E002D-BBAF-D53A-7CC5-E7FFDE55EB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289816" name="Group 24">
              <a:extLst>
                <a:ext uri="{FF2B5EF4-FFF2-40B4-BE49-F238E27FC236}">
                  <a16:creationId xmlns:a16="http://schemas.microsoft.com/office/drawing/2014/main" id="{9AE0D182-799B-7A85-098D-67390F9484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832"/>
              <a:ext cx="613" cy="490"/>
              <a:chOff x="3696" y="2832"/>
              <a:chExt cx="613" cy="490"/>
            </a:xfrm>
          </p:grpSpPr>
          <p:sp>
            <p:nvSpPr>
              <p:cNvPr id="289817" name="Text Box 25">
                <a:extLst>
                  <a:ext uri="{FF2B5EF4-FFF2-40B4-BE49-F238E27FC236}">
                    <a16:creationId xmlns:a16="http://schemas.microsoft.com/office/drawing/2014/main" id="{C4C4D8F4-59FA-0CDF-A092-9EF2825220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832"/>
                <a:ext cx="6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current</a:t>
                </a:r>
              </a:p>
            </p:txBody>
          </p:sp>
          <p:sp>
            <p:nvSpPr>
              <p:cNvPr id="289818" name="Text Box 26">
                <a:extLst>
                  <a:ext uri="{FF2B5EF4-FFF2-40B4-BE49-F238E27FC236}">
                    <a16:creationId xmlns:a16="http://schemas.microsoft.com/office/drawing/2014/main" id="{7D993536-AF04-60A1-2F1C-C8E9C6AA35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289819" name="Group 27">
              <a:extLst>
                <a:ext uri="{FF2B5EF4-FFF2-40B4-BE49-F238E27FC236}">
                  <a16:creationId xmlns:a16="http://schemas.microsoft.com/office/drawing/2014/main" id="{BFCBB1C8-80C6-8273-1AA5-5C97418D13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832"/>
              <a:ext cx="401" cy="490"/>
              <a:chOff x="4608" y="2832"/>
              <a:chExt cx="401" cy="490"/>
            </a:xfrm>
          </p:grpSpPr>
          <p:sp>
            <p:nvSpPr>
              <p:cNvPr id="289820" name="Text Box 28">
                <a:extLst>
                  <a:ext uri="{FF2B5EF4-FFF2-40B4-BE49-F238E27FC236}">
                    <a16:creationId xmlns:a16="http://schemas.microsoft.com/office/drawing/2014/main" id="{44E93428-212D-E1B8-0E02-CA332A6B03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289821" name="Text Box 29">
                <a:extLst>
                  <a:ext uri="{FF2B5EF4-FFF2-40B4-BE49-F238E27FC236}">
                    <a16:creationId xmlns:a16="http://schemas.microsoft.com/office/drawing/2014/main" id="{8F8D57FA-238F-680F-B951-E1E6BFA4C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5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4E7B2F5C-2543-B933-EF9D-542BCA9DF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Implementation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0F7A098-85F6-9523-9821-7196F3171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18303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add(9); current position is 3. The new list would thus be: (2, 6, 8, 9, 7, 1)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We will need to </a:t>
            </a:r>
            <a:r>
              <a:rPr lang="en-US" altLang="en-US" sz="2400" i="1">
                <a:latin typeface="Helvetica" panose="020B0604020202020204" pitchFamily="34" charset="0"/>
              </a:rPr>
              <a:t>shift</a:t>
            </a:r>
            <a:r>
              <a:rPr lang="en-US" altLang="en-US" sz="2400">
                <a:latin typeface="Helvetica" panose="020B0604020202020204" pitchFamily="34" charset="0"/>
              </a:rPr>
              <a:t> everything to the right of 8 one place to the right to make place for the new element ‘9’.</a:t>
            </a:r>
          </a:p>
        </p:txBody>
      </p:sp>
      <p:grpSp>
        <p:nvGrpSpPr>
          <p:cNvPr id="76905" name="Group 105">
            <a:extLst>
              <a:ext uri="{FF2B5EF4-FFF2-40B4-BE49-F238E27FC236}">
                <a16:creationId xmlns:a16="http://schemas.microsoft.com/office/drawing/2014/main" id="{EC48B70D-D89D-460D-4D5D-95FD5A0F9B57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3581400"/>
            <a:ext cx="7600950" cy="976313"/>
            <a:chOff x="461" y="2256"/>
            <a:chExt cx="4788" cy="615"/>
          </a:xfrm>
        </p:grpSpPr>
        <p:grpSp>
          <p:nvGrpSpPr>
            <p:cNvPr id="76824" name="Group 24">
              <a:extLst>
                <a:ext uri="{FF2B5EF4-FFF2-40B4-BE49-F238E27FC236}">
                  <a16:creationId xmlns:a16="http://schemas.microsoft.com/office/drawing/2014/main" id="{69F6A9F3-7418-3A9A-EB20-2D94397379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1" y="2256"/>
              <a:ext cx="613" cy="490"/>
              <a:chOff x="3696" y="2832"/>
              <a:chExt cx="613" cy="490"/>
            </a:xfrm>
          </p:grpSpPr>
          <p:sp>
            <p:nvSpPr>
              <p:cNvPr id="76825" name="Text Box 25">
                <a:extLst>
                  <a:ext uri="{FF2B5EF4-FFF2-40B4-BE49-F238E27FC236}">
                    <a16:creationId xmlns:a16="http://schemas.microsoft.com/office/drawing/2014/main" id="{62F6378E-8C6C-F435-F0C4-7451C10550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832"/>
                <a:ext cx="6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current</a:t>
                </a:r>
              </a:p>
            </p:txBody>
          </p:sp>
          <p:sp>
            <p:nvSpPr>
              <p:cNvPr id="76826" name="Text Box 26">
                <a:extLst>
                  <a:ext uri="{FF2B5EF4-FFF2-40B4-BE49-F238E27FC236}">
                    <a16:creationId xmlns:a16="http://schemas.microsoft.com/office/drawing/2014/main" id="{849C2FCD-F6EE-45D3-C92A-5EBE229F1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76827" name="Group 27">
              <a:extLst>
                <a:ext uri="{FF2B5EF4-FFF2-40B4-BE49-F238E27FC236}">
                  <a16:creationId xmlns:a16="http://schemas.microsoft.com/office/drawing/2014/main" id="{63A79BC1-916A-58FA-C7AC-8AEF52EBC6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2256"/>
              <a:ext cx="401" cy="490"/>
              <a:chOff x="4608" y="2832"/>
              <a:chExt cx="401" cy="490"/>
            </a:xfrm>
          </p:grpSpPr>
          <p:sp>
            <p:nvSpPr>
              <p:cNvPr id="76828" name="Text Box 28">
                <a:extLst>
                  <a:ext uri="{FF2B5EF4-FFF2-40B4-BE49-F238E27FC236}">
                    <a16:creationId xmlns:a16="http://schemas.microsoft.com/office/drawing/2014/main" id="{4FBB389E-6CA7-349D-13DB-59339B458F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76829" name="Text Box 29">
                <a:extLst>
                  <a:ext uri="{FF2B5EF4-FFF2-40B4-BE49-F238E27FC236}">
                    <a16:creationId xmlns:a16="http://schemas.microsoft.com/office/drawing/2014/main" id="{C85CA27A-5FA5-C678-C6D9-F14948CB8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76856" name="Text Box 56">
              <a:extLst>
                <a:ext uri="{FF2B5EF4-FFF2-40B4-BE49-F238E27FC236}">
                  <a16:creationId xmlns:a16="http://schemas.microsoft.com/office/drawing/2014/main" id="{1AD47027-65A3-FDEE-6745-ADF781242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" y="2352"/>
              <a:ext cx="5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step 1:</a:t>
              </a:r>
            </a:p>
          </p:txBody>
        </p:sp>
        <p:grpSp>
          <p:nvGrpSpPr>
            <p:cNvPr id="76859" name="Group 59">
              <a:extLst>
                <a:ext uri="{FF2B5EF4-FFF2-40B4-BE49-F238E27FC236}">
                  <a16:creationId xmlns:a16="http://schemas.microsoft.com/office/drawing/2014/main" id="{60953C10-9D56-3D07-60FF-EC36A11C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304"/>
              <a:ext cx="2986" cy="567"/>
              <a:chOff x="1104" y="2304"/>
              <a:chExt cx="2986" cy="567"/>
            </a:xfrm>
          </p:grpSpPr>
          <p:sp>
            <p:nvSpPr>
              <p:cNvPr id="76805" name="Rectangle 5">
                <a:extLst>
                  <a:ext uri="{FF2B5EF4-FFF2-40B4-BE49-F238E27FC236}">
                    <a16:creationId xmlns:a16="http://schemas.microsoft.com/office/drawing/2014/main" id="{54A40CAE-ABB5-6C18-2A30-F7D9F1CCA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2304"/>
                <a:ext cx="2688" cy="336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806" name="Text Box 6">
                <a:extLst>
                  <a:ext uri="{FF2B5EF4-FFF2-40B4-BE49-F238E27FC236}">
                    <a16:creationId xmlns:a16="http://schemas.microsoft.com/office/drawing/2014/main" id="{4BBAEEEA-D64F-5ADB-8D99-B89B1ED26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2329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A</a:t>
                </a:r>
              </a:p>
            </p:txBody>
          </p:sp>
          <p:sp>
            <p:nvSpPr>
              <p:cNvPr id="76807" name="Text Box 7">
                <a:extLst>
                  <a:ext uri="{FF2B5EF4-FFF2-40B4-BE49-F238E27FC236}">
                    <a16:creationId xmlns:a16="http://schemas.microsoft.com/office/drawing/2014/main" id="{70F68693-933C-11F9-55F2-3C17E46A4A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6" y="235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6</a:t>
                </a:r>
              </a:p>
            </p:txBody>
          </p:sp>
          <p:sp>
            <p:nvSpPr>
              <p:cNvPr id="76808" name="Text Box 8">
                <a:extLst>
                  <a:ext uri="{FF2B5EF4-FFF2-40B4-BE49-F238E27FC236}">
                    <a16:creationId xmlns:a16="http://schemas.microsoft.com/office/drawing/2014/main" id="{2089C91F-5BED-BC6C-A1AB-8C47072B3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2" y="235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8</a:t>
                </a:r>
              </a:p>
            </p:txBody>
          </p:sp>
          <p:sp>
            <p:nvSpPr>
              <p:cNvPr id="76809" name="Text Box 9">
                <a:extLst>
                  <a:ext uri="{FF2B5EF4-FFF2-40B4-BE49-F238E27FC236}">
                    <a16:creationId xmlns:a16="http://schemas.microsoft.com/office/drawing/2014/main" id="{A135BDAA-D510-744B-A041-D5793AB1A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1" y="235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7</a:t>
                </a:r>
              </a:p>
            </p:txBody>
          </p:sp>
          <p:sp>
            <p:nvSpPr>
              <p:cNvPr id="76810" name="Text Box 10">
                <a:extLst>
                  <a:ext uri="{FF2B5EF4-FFF2-40B4-BE49-F238E27FC236}">
                    <a16:creationId xmlns:a16="http://schemas.microsoft.com/office/drawing/2014/main" id="{A45658D8-E1B4-41D1-E4FA-304DFC8FE4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7" y="235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76811" name="Text Box 11">
                <a:extLst>
                  <a:ext uri="{FF2B5EF4-FFF2-40B4-BE49-F238E27FC236}">
                    <a16:creationId xmlns:a16="http://schemas.microsoft.com/office/drawing/2014/main" id="{8EA647CC-6C82-B519-DEE0-C527032037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0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76812" name="Text Box 12">
                <a:extLst>
                  <a:ext uri="{FF2B5EF4-FFF2-40B4-BE49-F238E27FC236}">
                    <a16:creationId xmlns:a16="http://schemas.microsoft.com/office/drawing/2014/main" id="{0767175D-1993-471F-4534-A96C713E13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6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76813" name="Text Box 13">
                <a:extLst>
                  <a:ext uri="{FF2B5EF4-FFF2-40B4-BE49-F238E27FC236}">
                    <a16:creationId xmlns:a16="http://schemas.microsoft.com/office/drawing/2014/main" id="{60A2F432-26B8-96F0-C485-BD00804E7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2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3</a:t>
                </a:r>
              </a:p>
            </p:txBody>
          </p:sp>
          <p:sp>
            <p:nvSpPr>
              <p:cNvPr id="76814" name="Text Box 14">
                <a:extLst>
                  <a:ext uri="{FF2B5EF4-FFF2-40B4-BE49-F238E27FC236}">
                    <a16:creationId xmlns:a16="http://schemas.microsoft.com/office/drawing/2014/main" id="{7EBB989D-9238-84DE-4711-65C791850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4</a:t>
                </a:r>
              </a:p>
            </p:txBody>
          </p:sp>
          <p:sp>
            <p:nvSpPr>
              <p:cNvPr id="76815" name="Text Box 15">
                <a:extLst>
                  <a:ext uri="{FF2B5EF4-FFF2-40B4-BE49-F238E27FC236}">
                    <a16:creationId xmlns:a16="http://schemas.microsoft.com/office/drawing/2014/main" id="{88120E98-F91C-C102-544E-FC10CE91B3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4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5</a:t>
                </a:r>
              </a:p>
            </p:txBody>
          </p:sp>
          <p:sp>
            <p:nvSpPr>
              <p:cNvPr id="76816" name="Line 16">
                <a:extLst>
                  <a:ext uri="{FF2B5EF4-FFF2-40B4-BE49-F238E27FC236}">
                    <a16:creationId xmlns:a16="http://schemas.microsoft.com/office/drawing/2014/main" id="{A3CF7E81-3258-6B16-747A-B7A4463D4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6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7" name="Line 17">
                <a:extLst>
                  <a:ext uri="{FF2B5EF4-FFF2-40B4-BE49-F238E27FC236}">
                    <a16:creationId xmlns:a16="http://schemas.microsoft.com/office/drawing/2014/main" id="{8DE2FA38-B756-BE5A-2D43-59409CFC2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8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8" name="Line 18">
                <a:extLst>
                  <a:ext uri="{FF2B5EF4-FFF2-40B4-BE49-F238E27FC236}">
                    <a16:creationId xmlns:a16="http://schemas.microsoft.com/office/drawing/2014/main" id="{4C8D67F1-A71E-5539-87FA-0D78D7E009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4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9" name="Line 19">
                <a:extLst>
                  <a:ext uri="{FF2B5EF4-FFF2-40B4-BE49-F238E27FC236}">
                    <a16:creationId xmlns:a16="http://schemas.microsoft.com/office/drawing/2014/main" id="{17D28AC3-28F1-A12B-8076-E1AA7A01C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0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20" name="Line 20">
                <a:extLst>
                  <a:ext uri="{FF2B5EF4-FFF2-40B4-BE49-F238E27FC236}">
                    <a16:creationId xmlns:a16="http://schemas.microsoft.com/office/drawing/2014/main" id="{BADC6EB8-523F-7134-8F39-6B7C31A28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21" name="Line 21">
                <a:extLst>
                  <a:ext uri="{FF2B5EF4-FFF2-40B4-BE49-F238E27FC236}">
                    <a16:creationId xmlns:a16="http://schemas.microsoft.com/office/drawing/2014/main" id="{4198CC08-D1E4-5DB7-226A-32DFCF3BC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8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22" name="Line 22">
                <a:extLst>
                  <a:ext uri="{FF2B5EF4-FFF2-40B4-BE49-F238E27FC236}">
                    <a16:creationId xmlns:a16="http://schemas.microsoft.com/office/drawing/2014/main" id="{031243EB-8CFA-43D0-7FE6-77ADF33A2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4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23" name="Text Box 23">
                <a:extLst>
                  <a:ext uri="{FF2B5EF4-FFF2-40B4-BE49-F238E27FC236}">
                    <a16:creationId xmlns:a16="http://schemas.microsoft.com/office/drawing/2014/main" id="{C6C3F057-356C-2540-D2D9-A97D5294A6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0" y="235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76858" name="Text Box 58">
                <a:extLst>
                  <a:ext uri="{FF2B5EF4-FFF2-40B4-BE49-F238E27FC236}">
                    <a16:creationId xmlns:a16="http://schemas.microsoft.com/office/drawing/2014/main" id="{C698949B-85A3-C0BB-0ECB-C2F1A075E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4" y="264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 b="0">
                    <a:latin typeface="Helvetica" panose="020B0604020202020204" pitchFamily="34" charset="0"/>
                  </a:rPr>
                  <a:t>6</a:t>
                </a:r>
              </a:p>
            </p:txBody>
          </p:sp>
        </p:grpSp>
      </p:grpSp>
      <p:grpSp>
        <p:nvGrpSpPr>
          <p:cNvPr id="76906" name="Group 106">
            <a:extLst>
              <a:ext uri="{FF2B5EF4-FFF2-40B4-BE49-F238E27FC236}">
                <a16:creationId xmlns:a16="http://schemas.microsoft.com/office/drawing/2014/main" id="{A69F97B1-3027-340E-2447-2E050E52315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724400"/>
            <a:ext cx="8077200" cy="1752600"/>
            <a:chOff x="480" y="2976"/>
            <a:chExt cx="5088" cy="1104"/>
          </a:xfrm>
        </p:grpSpPr>
        <p:grpSp>
          <p:nvGrpSpPr>
            <p:cNvPr id="76850" name="Group 50">
              <a:extLst>
                <a:ext uri="{FF2B5EF4-FFF2-40B4-BE49-F238E27FC236}">
                  <a16:creationId xmlns:a16="http://schemas.microsoft.com/office/drawing/2014/main" id="{874AB20B-9D61-6C97-2123-90E6D08D8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1" y="2976"/>
              <a:ext cx="613" cy="490"/>
              <a:chOff x="3696" y="2832"/>
              <a:chExt cx="613" cy="490"/>
            </a:xfrm>
          </p:grpSpPr>
          <p:sp>
            <p:nvSpPr>
              <p:cNvPr id="76851" name="Text Box 51">
                <a:extLst>
                  <a:ext uri="{FF2B5EF4-FFF2-40B4-BE49-F238E27FC236}">
                    <a16:creationId xmlns:a16="http://schemas.microsoft.com/office/drawing/2014/main" id="{7A384E45-122B-7775-A5FC-66BA3114D5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832"/>
                <a:ext cx="6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current</a:t>
                </a:r>
              </a:p>
            </p:txBody>
          </p:sp>
          <p:sp>
            <p:nvSpPr>
              <p:cNvPr id="76852" name="Text Box 52">
                <a:extLst>
                  <a:ext uri="{FF2B5EF4-FFF2-40B4-BE49-F238E27FC236}">
                    <a16:creationId xmlns:a16="http://schemas.microsoft.com/office/drawing/2014/main" id="{CCE008B1-EB17-49BA-70AE-A7917AB42C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76853" name="Group 53">
              <a:extLst>
                <a:ext uri="{FF2B5EF4-FFF2-40B4-BE49-F238E27FC236}">
                  <a16:creationId xmlns:a16="http://schemas.microsoft.com/office/drawing/2014/main" id="{34B904F7-BC45-45F7-6CFF-451D28D618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2976"/>
              <a:ext cx="401" cy="490"/>
              <a:chOff x="4608" y="2832"/>
              <a:chExt cx="401" cy="490"/>
            </a:xfrm>
          </p:grpSpPr>
          <p:sp>
            <p:nvSpPr>
              <p:cNvPr id="76854" name="Text Box 54">
                <a:extLst>
                  <a:ext uri="{FF2B5EF4-FFF2-40B4-BE49-F238E27FC236}">
                    <a16:creationId xmlns:a16="http://schemas.microsoft.com/office/drawing/2014/main" id="{66B0A0F6-5BDA-355B-C637-534AE0D34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76855" name="Text Box 55">
                <a:extLst>
                  <a:ext uri="{FF2B5EF4-FFF2-40B4-BE49-F238E27FC236}">
                    <a16:creationId xmlns:a16="http://schemas.microsoft.com/office/drawing/2014/main" id="{BC23521A-01A8-3F62-AC8A-31DE43987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857" name="Text Box 57">
              <a:extLst>
                <a:ext uri="{FF2B5EF4-FFF2-40B4-BE49-F238E27FC236}">
                  <a16:creationId xmlns:a16="http://schemas.microsoft.com/office/drawing/2014/main" id="{5F2622CC-07D3-6C7E-5F54-9D18FABD0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53"/>
              <a:ext cx="5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step 2:</a:t>
              </a:r>
            </a:p>
          </p:txBody>
        </p:sp>
        <p:sp>
          <p:nvSpPr>
            <p:cNvPr id="76861" name="Rectangle 61">
              <a:extLst>
                <a:ext uri="{FF2B5EF4-FFF2-40B4-BE49-F238E27FC236}">
                  <a16:creationId xmlns:a16="http://schemas.microsoft.com/office/drawing/2014/main" id="{C2D6E19D-5663-2FB2-03B2-84D81737C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3015"/>
              <a:ext cx="2688" cy="33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62" name="Text Box 62">
              <a:extLst>
                <a:ext uri="{FF2B5EF4-FFF2-40B4-BE49-F238E27FC236}">
                  <a16:creationId xmlns:a16="http://schemas.microsoft.com/office/drawing/2014/main" id="{4EAC2197-0D50-93BF-8A6F-1F9EBF30D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4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76863" name="Text Box 63">
              <a:extLst>
                <a:ext uri="{FF2B5EF4-FFF2-40B4-BE49-F238E27FC236}">
                  <a16:creationId xmlns:a16="http://schemas.microsoft.com/office/drawing/2014/main" id="{FE0B6FCA-4CF5-83E5-3D96-36CD45BB9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76864" name="Text Box 64">
              <a:extLst>
                <a:ext uri="{FF2B5EF4-FFF2-40B4-BE49-F238E27FC236}">
                  <a16:creationId xmlns:a16="http://schemas.microsoft.com/office/drawing/2014/main" id="{38D03CF4-F662-FEA4-A00C-821CEB544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76865" name="Text Box 65">
              <a:extLst>
                <a:ext uri="{FF2B5EF4-FFF2-40B4-BE49-F238E27FC236}">
                  <a16:creationId xmlns:a16="http://schemas.microsoft.com/office/drawing/2014/main" id="{0705DB36-D0BF-A08A-3688-7E70EA635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1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76866" name="Text Box 66">
              <a:extLst>
                <a:ext uri="{FF2B5EF4-FFF2-40B4-BE49-F238E27FC236}">
                  <a16:creationId xmlns:a16="http://schemas.microsoft.com/office/drawing/2014/main" id="{E4A6BD46-7B86-D223-F3A2-45E06EC7F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7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76867" name="Text Box 67">
              <a:extLst>
                <a:ext uri="{FF2B5EF4-FFF2-40B4-BE49-F238E27FC236}">
                  <a16:creationId xmlns:a16="http://schemas.microsoft.com/office/drawing/2014/main" id="{F800EB05-A2E7-9111-AC13-969C475DA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76868" name="Text Box 68">
              <a:extLst>
                <a:ext uri="{FF2B5EF4-FFF2-40B4-BE49-F238E27FC236}">
                  <a16:creationId xmlns:a16="http://schemas.microsoft.com/office/drawing/2014/main" id="{74820301-9643-9807-82E5-367A56866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6869" name="Text Box 69">
              <a:extLst>
                <a:ext uri="{FF2B5EF4-FFF2-40B4-BE49-F238E27FC236}">
                  <a16:creationId xmlns:a16="http://schemas.microsoft.com/office/drawing/2014/main" id="{8647A556-354B-6850-FDA1-0F6F513ED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76870" name="Text Box 70">
              <a:extLst>
                <a:ext uri="{FF2B5EF4-FFF2-40B4-BE49-F238E27FC236}">
                  <a16:creationId xmlns:a16="http://schemas.microsoft.com/office/drawing/2014/main" id="{86380856-931C-4738-6AD8-072360810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76871" name="Text Box 71">
              <a:extLst>
                <a:ext uri="{FF2B5EF4-FFF2-40B4-BE49-F238E27FC236}">
                  <a16:creationId xmlns:a16="http://schemas.microsoft.com/office/drawing/2014/main" id="{DED56C7B-C4EB-C22B-67E1-79FF93BBC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76872" name="Line 72">
              <a:extLst>
                <a:ext uri="{FF2B5EF4-FFF2-40B4-BE49-F238E27FC236}">
                  <a16:creationId xmlns:a16="http://schemas.microsoft.com/office/drawing/2014/main" id="{56C5BC60-7B3D-1249-9372-497EC8910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3" name="Line 73">
              <a:extLst>
                <a:ext uri="{FF2B5EF4-FFF2-40B4-BE49-F238E27FC236}">
                  <a16:creationId xmlns:a16="http://schemas.microsoft.com/office/drawing/2014/main" id="{3AD172D8-6EED-950B-2EB2-3C78F5B0C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4" name="Line 74">
              <a:extLst>
                <a:ext uri="{FF2B5EF4-FFF2-40B4-BE49-F238E27FC236}">
                  <a16:creationId xmlns:a16="http://schemas.microsoft.com/office/drawing/2014/main" id="{434B6FE8-88CC-352D-D44E-9B64ED48C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5" name="Line 75">
              <a:extLst>
                <a:ext uri="{FF2B5EF4-FFF2-40B4-BE49-F238E27FC236}">
                  <a16:creationId xmlns:a16="http://schemas.microsoft.com/office/drawing/2014/main" id="{F5B808A3-B71B-B7E7-F13D-8104099F5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6" name="Line 76">
              <a:extLst>
                <a:ext uri="{FF2B5EF4-FFF2-40B4-BE49-F238E27FC236}">
                  <a16:creationId xmlns:a16="http://schemas.microsoft.com/office/drawing/2014/main" id="{1E22DBC4-78B5-B23F-1C42-C3E6016AB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7" name="Line 77">
              <a:extLst>
                <a:ext uri="{FF2B5EF4-FFF2-40B4-BE49-F238E27FC236}">
                  <a16:creationId xmlns:a16="http://schemas.microsoft.com/office/drawing/2014/main" id="{0BEA179B-76E3-3DF8-C991-356638D51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8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8" name="Line 78">
              <a:extLst>
                <a:ext uri="{FF2B5EF4-FFF2-40B4-BE49-F238E27FC236}">
                  <a16:creationId xmlns:a16="http://schemas.microsoft.com/office/drawing/2014/main" id="{F7EAAD26-74A9-E7FC-F060-803AA2F01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4" y="3015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79" name="Text Box 79">
              <a:extLst>
                <a:ext uri="{FF2B5EF4-FFF2-40B4-BE49-F238E27FC236}">
                  <a16:creationId xmlns:a16="http://schemas.microsoft.com/office/drawing/2014/main" id="{91BD7ED7-3B51-B206-E0FE-A7329D87A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6880" name="Text Box 80">
              <a:extLst>
                <a:ext uri="{FF2B5EF4-FFF2-40B4-BE49-F238E27FC236}">
                  <a16:creationId xmlns:a16="http://schemas.microsoft.com/office/drawing/2014/main" id="{4414C65D-9C2B-53BC-6EBD-DA24B624F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33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76902" name="Text Box 102">
              <a:extLst>
                <a:ext uri="{FF2B5EF4-FFF2-40B4-BE49-F238E27FC236}">
                  <a16:creationId xmlns:a16="http://schemas.microsoft.com/office/drawing/2014/main" id="{C4D219BF-80CF-94E0-65CE-BE3F7336D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306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76903" name="Text Box 103">
              <a:extLst>
                <a:ext uri="{FF2B5EF4-FFF2-40B4-BE49-F238E27FC236}">
                  <a16:creationId xmlns:a16="http://schemas.microsoft.com/office/drawing/2014/main" id="{DA2225F2-8A7A-0A10-F0D1-1C23E3B7B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" y="3714"/>
              <a:ext cx="130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notice: current points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to new element</a:t>
              </a:r>
            </a:p>
          </p:txBody>
        </p:sp>
        <p:sp>
          <p:nvSpPr>
            <p:cNvPr id="76904" name="Line 104">
              <a:extLst>
                <a:ext uri="{FF2B5EF4-FFF2-40B4-BE49-F238E27FC236}">
                  <a16:creationId xmlns:a16="http://schemas.microsoft.com/office/drawing/2014/main" id="{C6A37E2D-4373-0C8C-40D3-DAD83340AE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64" y="3408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89AC1E5-2A68-209A-107A-443AE1222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1DD4436-1B88-B673-F631-F0BE48695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6111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next():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grpSp>
        <p:nvGrpSpPr>
          <p:cNvPr id="78885" name="Group 37">
            <a:extLst>
              <a:ext uri="{FF2B5EF4-FFF2-40B4-BE49-F238E27FC236}">
                <a16:creationId xmlns:a16="http://schemas.microsoft.com/office/drawing/2014/main" id="{05717CAB-26A2-5F61-CA34-EE14EF49AC9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209800"/>
            <a:ext cx="6580188" cy="962025"/>
            <a:chOff x="672" y="1392"/>
            <a:chExt cx="4145" cy="606"/>
          </a:xfrm>
        </p:grpSpPr>
        <p:sp>
          <p:nvSpPr>
            <p:cNvPr id="78853" name="Text Box 5">
              <a:extLst>
                <a:ext uri="{FF2B5EF4-FFF2-40B4-BE49-F238E27FC236}">
                  <a16:creationId xmlns:a16="http://schemas.microsoft.com/office/drawing/2014/main" id="{FD4A0DD8-684B-1063-9759-EEB24F067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392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 u="sng">
                  <a:latin typeface="Helvetica" panose="020B0604020202020204" pitchFamily="34" charset="0"/>
                </a:rPr>
                <a:t>current</a:t>
              </a:r>
            </a:p>
          </p:txBody>
        </p:sp>
        <p:sp>
          <p:nvSpPr>
            <p:cNvPr id="78854" name="Text Box 6">
              <a:extLst>
                <a:ext uri="{FF2B5EF4-FFF2-40B4-BE49-F238E27FC236}">
                  <a16:creationId xmlns:a16="http://schemas.microsoft.com/office/drawing/2014/main" id="{BC9D43DE-0E66-2977-A3B3-78912AE5D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1" y="1632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4</a:t>
              </a:r>
            </a:p>
          </p:txBody>
        </p:sp>
        <p:grpSp>
          <p:nvGrpSpPr>
            <p:cNvPr id="78855" name="Group 7">
              <a:extLst>
                <a:ext uri="{FF2B5EF4-FFF2-40B4-BE49-F238E27FC236}">
                  <a16:creationId xmlns:a16="http://schemas.microsoft.com/office/drawing/2014/main" id="{616F4296-E289-1168-5CC1-D3B32F78F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392"/>
              <a:ext cx="401" cy="490"/>
              <a:chOff x="4608" y="2832"/>
              <a:chExt cx="401" cy="490"/>
            </a:xfrm>
          </p:grpSpPr>
          <p:sp>
            <p:nvSpPr>
              <p:cNvPr id="78856" name="Text Box 8">
                <a:extLst>
                  <a:ext uri="{FF2B5EF4-FFF2-40B4-BE49-F238E27FC236}">
                    <a16:creationId xmlns:a16="http://schemas.microsoft.com/office/drawing/2014/main" id="{82F5BD1F-25C4-AB44-D177-7ADA7D76EB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78857" name="Text Box 9">
                <a:extLst>
                  <a:ext uri="{FF2B5EF4-FFF2-40B4-BE49-F238E27FC236}">
                    <a16:creationId xmlns:a16="http://schemas.microsoft.com/office/drawing/2014/main" id="{7AE50DCF-2E6C-36CF-8E19-0BF15B0182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8859" name="Rectangle 11">
              <a:extLst>
                <a:ext uri="{FF2B5EF4-FFF2-40B4-BE49-F238E27FC236}">
                  <a16:creationId xmlns:a16="http://schemas.microsoft.com/office/drawing/2014/main" id="{9D780461-3138-29D7-921B-7EF4A6BE0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1431"/>
              <a:ext cx="2688" cy="33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0" name="Text Box 12">
              <a:extLst>
                <a:ext uri="{FF2B5EF4-FFF2-40B4-BE49-F238E27FC236}">
                  <a16:creationId xmlns:a16="http://schemas.microsoft.com/office/drawing/2014/main" id="{9F58028F-30EC-ED7C-3262-E265CD6A7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45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78861" name="Text Box 13">
              <a:extLst>
                <a:ext uri="{FF2B5EF4-FFF2-40B4-BE49-F238E27FC236}">
                  <a16:creationId xmlns:a16="http://schemas.microsoft.com/office/drawing/2014/main" id="{E54F1194-3AAD-0D91-2761-AD44256F0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4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78862" name="Text Box 14">
              <a:extLst>
                <a:ext uri="{FF2B5EF4-FFF2-40B4-BE49-F238E27FC236}">
                  <a16:creationId xmlns:a16="http://schemas.microsoft.com/office/drawing/2014/main" id="{FE39B2A4-4528-ABD1-37FC-FC70D5C7D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78863" name="Text Box 15">
              <a:extLst>
                <a:ext uri="{FF2B5EF4-FFF2-40B4-BE49-F238E27FC236}">
                  <a16:creationId xmlns:a16="http://schemas.microsoft.com/office/drawing/2014/main" id="{D3728CAB-7705-B4AF-6575-EE77A4AE5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78864" name="Text Box 16">
              <a:extLst>
                <a:ext uri="{FF2B5EF4-FFF2-40B4-BE49-F238E27FC236}">
                  <a16:creationId xmlns:a16="http://schemas.microsoft.com/office/drawing/2014/main" id="{11228477-AA6B-1961-113D-74DD44027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5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78865" name="Text Box 17">
              <a:extLst>
                <a:ext uri="{FF2B5EF4-FFF2-40B4-BE49-F238E27FC236}">
                  <a16:creationId xmlns:a16="http://schemas.microsoft.com/office/drawing/2014/main" id="{51EB96F9-6515-CD27-9264-682FB85C3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78866" name="Text Box 18">
              <a:extLst>
                <a:ext uri="{FF2B5EF4-FFF2-40B4-BE49-F238E27FC236}">
                  <a16:creationId xmlns:a16="http://schemas.microsoft.com/office/drawing/2014/main" id="{6C96D464-F3A5-F99F-76D5-6AF2B8C60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4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8867" name="Text Box 19">
              <a:extLst>
                <a:ext uri="{FF2B5EF4-FFF2-40B4-BE49-F238E27FC236}">
                  <a16:creationId xmlns:a16="http://schemas.microsoft.com/office/drawing/2014/main" id="{C2E0EEF2-48F2-F91C-314F-5929CC6B9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78868" name="Text Box 20">
              <a:extLst>
                <a:ext uri="{FF2B5EF4-FFF2-40B4-BE49-F238E27FC236}">
                  <a16:creationId xmlns:a16="http://schemas.microsoft.com/office/drawing/2014/main" id="{FD1F2D93-4C42-2A80-4173-287DC107D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78869" name="Text Box 21">
              <a:extLst>
                <a:ext uri="{FF2B5EF4-FFF2-40B4-BE49-F238E27FC236}">
                  <a16:creationId xmlns:a16="http://schemas.microsoft.com/office/drawing/2014/main" id="{676E995A-5B5C-8BCA-A942-6A20ADBD5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78870" name="Line 22">
              <a:extLst>
                <a:ext uri="{FF2B5EF4-FFF2-40B4-BE49-F238E27FC236}">
                  <a16:creationId xmlns:a16="http://schemas.microsoft.com/office/drawing/2014/main" id="{ECB28A92-AEC4-772A-4C01-3CDF0750E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1" name="Line 23">
              <a:extLst>
                <a:ext uri="{FF2B5EF4-FFF2-40B4-BE49-F238E27FC236}">
                  <a16:creationId xmlns:a16="http://schemas.microsoft.com/office/drawing/2014/main" id="{1106A184-DD5E-9635-4F1A-1C7B8F77F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2" name="Line 24">
              <a:extLst>
                <a:ext uri="{FF2B5EF4-FFF2-40B4-BE49-F238E27FC236}">
                  <a16:creationId xmlns:a16="http://schemas.microsoft.com/office/drawing/2014/main" id="{4C5064E4-2075-62E1-656D-D9EF76495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3" name="Line 25">
              <a:extLst>
                <a:ext uri="{FF2B5EF4-FFF2-40B4-BE49-F238E27FC236}">
                  <a16:creationId xmlns:a16="http://schemas.microsoft.com/office/drawing/2014/main" id="{641C13CC-B697-097F-1C14-7A7B5381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4" name="Line 26">
              <a:extLst>
                <a:ext uri="{FF2B5EF4-FFF2-40B4-BE49-F238E27FC236}">
                  <a16:creationId xmlns:a16="http://schemas.microsoft.com/office/drawing/2014/main" id="{12211204-A18E-6583-51F3-369B22348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5" name="Line 27">
              <a:extLst>
                <a:ext uri="{FF2B5EF4-FFF2-40B4-BE49-F238E27FC236}">
                  <a16:creationId xmlns:a16="http://schemas.microsoft.com/office/drawing/2014/main" id="{19147105-C802-FEB1-31DE-8BBB78BFD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6" name="Line 28">
              <a:extLst>
                <a:ext uri="{FF2B5EF4-FFF2-40B4-BE49-F238E27FC236}">
                  <a16:creationId xmlns:a16="http://schemas.microsoft.com/office/drawing/2014/main" id="{677ABFB0-9956-ACCF-FFE5-5307C818F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1431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7" name="Text Box 29">
              <a:extLst>
                <a:ext uri="{FF2B5EF4-FFF2-40B4-BE49-F238E27FC236}">
                  <a16:creationId xmlns:a16="http://schemas.microsoft.com/office/drawing/2014/main" id="{19D46A4B-D9AD-2D81-1E6C-92985D47C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8878" name="Text Box 30">
              <a:extLst>
                <a:ext uri="{FF2B5EF4-FFF2-40B4-BE49-F238E27FC236}">
                  <a16:creationId xmlns:a16="http://schemas.microsoft.com/office/drawing/2014/main" id="{4824F6E9-7049-DAFB-1E94-5D08CDC22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" y="17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78879" name="Text Box 31">
              <a:extLst>
                <a:ext uri="{FF2B5EF4-FFF2-40B4-BE49-F238E27FC236}">
                  <a16:creationId xmlns:a16="http://schemas.microsoft.com/office/drawing/2014/main" id="{268F6024-DB20-A521-40E3-F667E3ED4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147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Helvetica" panose="020B0604020202020204" pitchFamily="34" charset="0"/>
                </a:rPr>
                <a:t>9</a:t>
              </a:r>
            </a:p>
          </p:txBody>
        </p:sp>
      </p:grpSp>
      <p:grpSp>
        <p:nvGrpSpPr>
          <p:cNvPr id="78884" name="Group 36">
            <a:extLst>
              <a:ext uri="{FF2B5EF4-FFF2-40B4-BE49-F238E27FC236}">
                <a16:creationId xmlns:a16="http://schemas.microsoft.com/office/drawing/2014/main" id="{D25240A7-0796-E9BC-A31C-600D56AE2EEC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667000"/>
            <a:ext cx="630238" cy="549275"/>
            <a:chOff x="3792" y="1680"/>
            <a:chExt cx="397" cy="346"/>
          </a:xfrm>
        </p:grpSpPr>
        <p:sp>
          <p:nvSpPr>
            <p:cNvPr id="78880" name="Text Box 32">
              <a:extLst>
                <a:ext uri="{FF2B5EF4-FFF2-40B4-BE49-F238E27FC236}">
                  <a16:creationId xmlns:a16="http://schemas.microsoft.com/office/drawing/2014/main" id="{94E8DD21-8831-D08D-5B9B-075C855AA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77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78881" name="Line 33">
              <a:extLst>
                <a:ext uri="{FF2B5EF4-FFF2-40B4-BE49-F238E27FC236}">
                  <a16:creationId xmlns:a16="http://schemas.microsoft.com/office/drawing/2014/main" id="{B3871479-2321-8B6B-DDDB-29334177F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680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883" name="Rectangle 35">
            <a:extLst>
              <a:ext uri="{FF2B5EF4-FFF2-40B4-BE49-F238E27FC236}">
                <a16:creationId xmlns:a16="http://schemas.microsoft.com/office/drawing/2014/main" id="{1562204A-ADCB-2A77-AE1B-4A5C0AABA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82264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2800" b="0">
              <a:solidFill>
                <a:srgbClr val="96969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764A93CD-149D-AE3B-5A2C-0E812070E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291872" name="Rectangle 32">
            <a:extLst>
              <a:ext uri="{FF2B5EF4-FFF2-40B4-BE49-F238E27FC236}">
                <a16:creationId xmlns:a16="http://schemas.microsoft.com/office/drawing/2014/main" id="{8F731802-D21A-3291-88E3-30EEE7A6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82264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There are special cases for positioning the current pointer: </a:t>
            </a:r>
          </a:p>
          <a:p>
            <a:pPr lvl="2">
              <a:spcBef>
                <a:spcPct val="20000"/>
              </a:spcBef>
              <a:buFont typeface="Wingdings" panose="05000000000000000000" pitchFamily="2" charset="2"/>
              <a:buAutoNum type="alphaLcPeriod"/>
            </a:pPr>
            <a:r>
              <a:rPr lang="en-US" altLang="en-US" b="0">
                <a:latin typeface="Helvetica" panose="020B0604020202020204" pitchFamily="34" charset="0"/>
              </a:rPr>
              <a:t>past the last array cell </a:t>
            </a:r>
          </a:p>
          <a:p>
            <a:pPr lvl="2">
              <a:spcBef>
                <a:spcPct val="20000"/>
              </a:spcBef>
              <a:buFont typeface="Wingdings" panose="05000000000000000000" pitchFamily="2" charset="2"/>
              <a:buAutoNum type="alphaLcPeriod"/>
            </a:pPr>
            <a:r>
              <a:rPr lang="en-US" altLang="en-US" b="0">
                <a:latin typeface="Helvetica" panose="020B0604020202020204" pitchFamily="34" charset="0"/>
              </a:rPr>
              <a:t>before the first cell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sz="2800" b="0">
              <a:latin typeface="Helvetica" panose="020B0604020202020204" pitchFamily="34" charset="0"/>
            </a:endParaRPr>
          </a:p>
          <a:p>
            <a:pPr>
              <a:spcBef>
                <a:spcPct val="20000"/>
              </a:spcBef>
            </a:pPr>
            <a:endParaRPr lang="en-US" altLang="en-US" sz="2800" b="0">
              <a:solidFill>
                <a:srgbClr val="96969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77A56567-4771-CD00-8E43-FA48D3E17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293920" name="Rectangle 32">
            <a:extLst>
              <a:ext uri="{FF2B5EF4-FFF2-40B4-BE49-F238E27FC236}">
                <a16:creationId xmlns:a16="http://schemas.microsoft.com/office/drawing/2014/main" id="{8E8B7A09-48B3-FCF3-D723-FE250DC9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2209800"/>
            <a:ext cx="82264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There are special cases for positioning the current pointer: </a:t>
            </a:r>
          </a:p>
          <a:p>
            <a:pPr lvl="2">
              <a:spcBef>
                <a:spcPct val="20000"/>
              </a:spcBef>
              <a:buFont typeface="Wingdings" panose="05000000000000000000" pitchFamily="2" charset="2"/>
              <a:buAutoNum type="alphaLcPeriod"/>
            </a:pPr>
            <a:r>
              <a:rPr lang="en-US" altLang="en-US" b="0">
                <a:latin typeface="Helvetica" panose="020B0604020202020204" pitchFamily="34" charset="0"/>
              </a:rPr>
              <a:t>past the last array cell </a:t>
            </a:r>
          </a:p>
          <a:p>
            <a:pPr lvl="2">
              <a:spcBef>
                <a:spcPct val="20000"/>
              </a:spcBef>
              <a:buFont typeface="Wingdings" panose="05000000000000000000" pitchFamily="2" charset="2"/>
              <a:buAutoNum type="alphaLcPeriod"/>
            </a:pPr>
            <a:r>
              <a:rPr lang="en-US" altLang="en-US" b="0">
                <a:latin typeface="Helvetica" panose="020B0604020202020204" pitchFamily="34" charset="0"/>
              </a:rPr>
              <a:t>before the first cell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sz="2800" b="0">
              <a:latin typeface="Helvetica" panose="020B060402020202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We will have to worry about these when we write the actual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8C0DCCC6-43C6-80FD-2B14-386802B2D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89852FA-0647-8D6D-DE57-8E545E295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6425" cy="9921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remove(): removes the element at the current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     index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8E8FEDCC-9EC9-FEEC-7834-12F0BA837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57800"/>
            <a:ext cx="8226425" cy="99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400" indent="-381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2800" b="0">
              <a:latin typeface="Helvetica" panose="020B0604020202020204" pitchFamily="34" charset="0"/>
            </a:endParaRPr>
          </a:p>
        </p:txBody>
      </p:sp>
      <p:grpSp>
        <p:nvGrpSpPr>
          <p:cNvPr id="80963" name="Group 67">
            <a:extLst>
              <a:ext uri="{FF2B5EF4-FFF2-40B4-BE49-F238E27FC236}">
                <a16:creationId xmlns:a16="http://schemas.microsoft.com/office/drawing/2014/main" id="{27443C9C-8439-E32B-25D0-79EDBA5F3B8F}"/>
              </a:ext>
            </a:extLst>
          </p:cNvPr>
          <p:cNvGrpSpPr>
            <a:grpSpLocks/>
          </p:cNvGrpSpPr>
          <p:nvPr/>
        </p:nvGrpSpPr>
        <p:grpSpPr bwMode="auto">
          <a:xfrm>
            <a:off x="669925" y="2209800"/>
            <a:ext cx="7732713" cy="1387475"/>
            <a:chOff x="422" y="1392"/>
            <a:chExt cx="4871" cy="874"/>
          </a:xfrm>
        </p:grpSpPr>
        <p:sp>
          <p:nvSpPr>
            <p:cNvPr id="80901" name="Text Box 5">
              <a:extLst>
                <a:ext uri="{FF2B5EF4-FFF2-40B4-BE49-F238E27FC236}">
                  <a16:creationId xmlns:a16="http://schemas.microsoft.com/office/drawing/2014/main" id="{E8ED853C-AB85-1152-4EAD-61AF51510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" y="1584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 u="sng">
                  <a:latin typeface="Helvetica" panose="020B0604020202020204" pitchFamily="34" charset="0"/>
                </a:rPr>
                <a:t>current</a:t>
              </a:r>
            </a:p>
          </p:txBody>
        </p:sp>
        <p:sp>
          <p:nvSpPr>
            <p:cNvPr id="80902" name="Text Box 6">
              <a:extLst>
                <a:ext uri="{FF2B5EF4-FFF2-40B4-BE49-F238E27FC236}">
                  <a16:creationId xmlns:a16="http://schemas.microsoft.com/office/drawing/2014/main" id="{41AF4E2C-4865-48D9-E3A9-AF21C704C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" y="182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grpSp>
          <p:nvGrpSpPr>
            <p:cNvPr id="80903" name="Group 7">
              <a:extLst>
                <a:ext uri="{FF2B5EF4-FFF2-40B4-BE49-F238E27FC236}">
                  <a16:creationId xmlns:a16="http://schemas.microsoft.com/office/drawing/2014/main" id="{EA20D420-5C7E-8057-5ABA-5B326C4F5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584"/>
              <a:ext cx="401" cy="490"/>
              <a:chOff x="4608" y="2832"/>
              <a:chExt cx="401" cy="490"/>
            </a:xfrm>
          </p:grpSpPr>
          <p:sp>
            <p:nvSpPr>
              <p:cNvPr id="80904" name="Text Box 8">
                <a:extLst>
                  <a:ext uri="{FF2B5EF4-FFF2-40B4-BE49-F238E27FC236}">
                    <a16:creationId xmlns:a16="http://schemas.microsoft.com/office/drawing/2014/main" id="{0877EDEC-7163-61A3-DCC3-6C5A6CA81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80905" name="Text Box 9">
                <a:extLst>
                  <a:ext uri="{FF2B5EF4-FFF2-40B4-BE49-F238E27FC236}">
                    <a16:creationId xmlns:a16="http://schemas.microsoft.com/office/drawing/2014/main" id="{8D1CF6FF-AF78-8D9D-F6C5-50254193C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80906" name="Rectangle 10">
              <a:extLst>
                <a:ext uri="{FF2B5EF4-FFF2-40B4-BE49-F238E27FC236}">
                  <a16:creationId xmlns:a16="http://schemas.microsoft.com/office/drawing/2014/main" id="{AFB55A58-3510-B24A-308E-D96C05F1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1623"/>
              <a:ext cx="2688" cy="33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7" name="Text Box 11">
              <a:extLst>
                <a:ext uri="{FF2B5EF4-FFF2-40B4-BE49-F238E27FC236}">
                  <a16:creationId xmlns:a16="http://schemas.microsoft.com/office/drawing/2014/main" id="{FEE55FE0-48C8-7D23-F968-6D648018F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64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80908" name="Text Box 12">
              <a:extLst>
                <a:ext uri="{FF2B5EF4-FFF2-40B4-BE49-F238E27FC236}">
                  <a16:creationId xmlns:a16="http://schemas.microsoft.com/office/drawing/2014/main" id="{52CD26F3-1FD8-E0BF-2DB7-B3AD2D0C6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80909" name="Text Box 13">
              <a:extLst>
                <a:ext uri="{FF2B5EF4-FFF2-40B4-BE49-F238E27FC236}">
                  <a16:creationId xmlns:a16="http://schemas.microsoft.com/office/drawing/2014/main" id="{6D7DCAA3-6532-FBEA-8641-9AF459897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80911" name="Text Box 15">
              <a:extLst>
                <a:ext uri="{FF2B5EF4-FFF2-40B4-BE49-F238E27FC236}">
                  <a16:creationId xmlns:a16="http://schemas.microsoft.com/office/drawing/2014/main" id="{556B2001-07E1-BCA5-C838-A4236D9C2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80912" name="Text Box 16">
              <a:extLst>
                <a:ext uri="{FF2B5EF4-FFF2-40B4-BE49-F238E27FC236}">
                  <a16:creationId xmlns:a16="http://schemas.microsoft.com/office/drawing/2014/main" id="{E1A91149-52FD-8423-968D-CC41316D9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80913" name="Text Box 17">
              <a:extLst>
                <a:ext uri="{FF2B5EF4-FFF2-40B4-BE49-F238E27FC236}">
                  <a16:creationId xmlns:a16="http://schemas.microsoft.com/office/drawing/2014/main" id="{11128222-6800-A11F-2055-745BCBCE4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80914" name="Text Box 18">
              <a:extLst>
                <a:ext uri="{FF2B5EF4-FFF2-40B4-BE49-F238E27FC236}">
                  <a16:creationId xmlns:a16="http://schemas.microsoft.com/office/drawing/2014/main" id="{5F1A39FE-A24F-71F0-F11A-8A5909475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80915" name="Text Box 19">
              <a:extLst>
                <a:ext uri="{FF2B5EF4-FFF2-40B4-BE49-F238E27FC236}">
                  <a16:creationId xmlns:a16="http://schemas.microsoft.com/office/drawing/2014/main" id="{76E9CEA9-8435-A5E6-96A5-3D0996A34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80916" name="Text Box 20">
              <a:extLst>
                <a:ext uri="{FF2B5EF4-FFF2-40B4-BE49-F238E27FC236}">
                  <a16:creationId xmlns:a16="http://schemas.microsoft.com/office/drawing/2014/main" id="{BE243856-AFF4-E836-38A7-F3EA8028B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80917" name="Line 21">
              <a:extLst>
                <a:ext uri="{FF2B5EF4-FFF2-40B4-BE49-F238E27FC236}">
                  <a16:creationId xmlns:a16="http://schemas.microsoft.com/office/drawing/2014/main" id="{4780EC3E-FB19-B9FA-8350-208A55424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18" name="Line 22">
              <a:extLst>
                <a:ext uri="{FF2B5EF4-FFF2-40B4-BE49-F238E27FC236}">
                  <a16:creationId xmlns:a16="http://schemas.microsoft.com/office/drawing/2014/main" id="{91CBBB48-6F83-3105-2C54-7B3F0E453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19" name="Line 23">
              <a:extLst>
                <a:ext uri="{FF2B5EF4-FFF2-40B4-BE49-F238E27FC236}">
                  <a16:creationId xmlns:a16="http://schemas.microsoft.com/office/drawing/2014/main" id="{9733708A-278B-EE86-A0D4-D255EB835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0" name="Line 24">
              <a:extLst>
                <a:ext uri="{FF2B5EF4-FFF2-40B4-BE49-F238E27FC236}">
                  <a16:creationId xmlns:a16="http://schemas.microsoft.com/office/drawing/2014/main" id="{72F736F8-DD91-495F-9980-186C23BF6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1" name="Line 25">
              <a:extLst>
                <a:ext uri="{FF2B5EF4-FFF2-40B4-BE49-F238E27FC236}">
                  <a16:creationId xmlns:a16="http://schemas.microsoft.com/office/drawing/2014/main" id="{62A34E2A-E480-DCE4-C729-6960C9015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4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2" name="Line 26">
              <a:extLst>
                <a:ext uri="{FF2B5EF4-FFF2-40B4-BE49-F238E27FC236}">
                  <a16:creationId xmlns:a16="http://schemas.microsoft.com/office/drawing/2014/main" id="{484513B1-0FD3-2DD7-7ADB-F7534A3C3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0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3" name="Line 27">
              <a:extLst>
                <a:ext uri="{FF2B5EF4-FFF2-40B4-BE49-F238E27FC236}">
                  <a16:creationId xmlns:a16="http://schemas.microsoft.com/office/drawing/2014/main" id="{C41902BF-9C0F-2046-7582-35720ECE0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4" name="Text Box 28">
              <a:extLst>
                <a:ext uri="{FF2B5EF4-FFF2-40B4-BE49-F238E27FC236}">
                  <a16:creationId xmlns:a16="http://schemas.microsoft.com/office/drawing/2014/main" id="{D1C2F196-4D68-03E6-C0E1-84CE50A49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80925" name="Text Box 29">
              <a:extLst>
                <a:ext uri="{FF2B5EF4-FFF2-40B4-BE49-F238E27FC236}">
                  <a16:creationId xmlns:a16="http://schemas.microsoft.com/office/drawing/2014/main" id="{2F48C118-33D4-1594-FDB8-6B7175BA0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80926" name="Text Box 30">
              <a:extLst>
                <a:ext uri="{FF2B5EF4-FFF2-40B4-BE49-F238E27FC236}">
                  <a16:creationId xmlns:a16="http://schemas.microsoft.com/office/drawing/2014/main" id="{7B64E187-0F67-FA30-C18E-C9926386E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7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80927" name="Text Box 31">
              <a:extLst>
                <a:ext uri="{FF2B5EF4-FFF2-40B4-BE49-F238E27FC236}">
                  <a16:creationId xmlns:a16="http://schemas.microsoft.com/office/drawing/2014/main" id="{E4EBE276-DA9F-91E2-47CE-4083A48E3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01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80928" name="Line 32">
              <a:extLst>
                <a:ext uri="{FF2B5EF4-FFF2-40B4-BE49-F238E27FC236}">
                  <a16:creationId xmlns:a16="http://schemas.microsoft.com/office/drawing/2014/main" id="{903CB9A2-A87B-72D1-8891-CC1F85A6B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872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9" name="Text Box 63">
              <a:extLst>
                <a:ext uri="{FF2B5EF4-FFF2-40B4-BE49-F238E27FC236}">
                  <a16:creationId xmlns:a16="http://schemas.microsoft.com/office/drawing/2014/main" id="{E41A5890-739B-0F69-E9F8-008134DE7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" y="1660"/>
              <a:ext cx="5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Step 1:</a:t>
              </a:r>
            </a:p>
          </p:txBody>
        </p:sp>
        <p:sp>
          <p:nvSpPr>
            <p:cNvPr id="80961" name="Line 65">
              <a:extLst>
                <a:ext uri="{FF2B5EF4-FFF2-40B4-BE49-F238E27FC236}">
                  <a16:creationId xmlns:a16="http://schemas.microsoft.com/office/drawing/2014/main" id="{0C1C398E-8997-7093-3C42-BB07F3B5D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964" name="Group 68">
            <a:extLst>
              <a:ext uri="{FF2B5EF4-FFF2-40B4-BE49-F238E27FC236}">
                <a16:creationId xmlns:a16="http://schemas.microsoft.com/office/drawing/2014/main" id="{87D1B9DB-1A97-55CF-5CB1-38F8B1977B9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0"/>
            <a:ext cx="7646988" cy="1190625"/>
            <a:chOff x="432" y="2400"/>
            <a:chExt cx="4817" cy="750"/>
          </a:xfrm>
        </p:grpSpPr>
        <p:sp>
          <p:nvSpPr>
            <p:cNvPr id="80931" name="Text Box 35">
              <a:extLst>
                <a:ext uri="{FF2B5EF4-FFF2-40B4-BE49-F238E27FC236}">
                  <a16:creationId xmlns:a16="http://schemas.microsoft.com/office/drawing/2014/main" id="{4C4BFDDF-F2CB-46F7-A875-EC2B96FCD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2544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 u="sng">
                  <a:latin typeface="Helvetica" panose="020B0604020202020204" pitchFamily="34" charset="0"/>
                </a:rPr>
                <a:t>current</a:t>
              </a:r>
            </a:p>
          </p:txBody>
        </p:sp>
        <p:sp>
          <p:nvSpPr>
            <p:cNvPr id="80932" name="Text Box 36">
              <a:extLst>
                <a:ext uri="{FF2B5EF4-FFF2-40B4-BE49-F238E27FC236}">
                  <a16:creationId xmlns:a16="http://schemas.microsoft.com/office/drawing/2014/main" id="{BB7E85DE-F922-5E78-B45F-78D1E0962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3" y="278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grpSp>
          <p:nvGrpSpPr>
            <p:cNvPr id="80933" name="Group 37">
              <a:extLst>
                <a:ext uri="{FF2B5EF4-FFF2-40B4-BE49-F238E27FC236}">
                  <a16:creationId xmlns:a16="http://schemas.microsoft.com/office/drawing/2014/main" id="{8353D093-0A67-9F8C-FE57-C4B3D9A61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2544"/>
              <a:ext cx="401" cy="490"/>
              <a:chOff x="4608" y="2832"/>
              <a:chExt cx="401" cy="490"/>
            </a:xfrm>
          </p:grpSpPr>
          <p:sp>
            <p:nvSpPr>
              <p:cNvPr id="80934" name="Text Box 38">
                <a:extLst>
                  <a:ext uri="{FF2B5EF4-FFF2-40B4-BE49-F238E27FC236}">
                    <a16:creationId xmlns:a16="http://schemas.microsoft.com/office/drawing/2014/main" id="{8760A92E-5A28-1492-097C-D13F0A55B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80935" name="Text Box 39">
                <a:extLst>
                  <a:ext uri="{FF2B5EF4-FFF2-40B4-BE49-F238E27FC236}">
                    <a16:creationId xmlns:a16="http://schemas.microsoft.com/office/drawing/2014/main" id="{B0C2428E-B40E-9F5D-88B8-955F1C0D6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80936" name="Rectangle 40">
              <a:extLst>
                <a:ext uri="{FF2B5EF4-FFF2-40B4-BE49-F238E27FC236}">
                  <a16:creationId xmlns:a16="http://schemas.microsoft.com/office/drawing/2014/main" id="{F1BC4528-403A-5443-397E-5ABF468CE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583"/>
              <a:ext cx="2688" cy="33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7" name="Text Box 41">
              <a:extLst>
                <a:ext uri="{FF2B5EF4-FFF2-40B4-BE49-F238E27FC236}">
                  <a16:creationId xmlns:a16="http://schemas.microsoft.com/office/drawing/2014/main" id="{CBDCF7DB-0FB4-8DB4-B928-667113A45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60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80938" name="Text Box 42">
              <a:extLst>
                <a:ext uri="{FF2B5EF4-FFF2-40B4-BE49-F238E27FC236}">
                  <a16:creationId xmlns:a16="http://schemas.microsoft.com/office/drawing/2014/main" id="{281DF6FC-EBF8-151F-B89A-305FE8B73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263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80939" name="Text Box 43">
              <a:extLst>
                <a:ext uri="{FF2B5EF4-FFF2-40B4-BE49-F238E27FC236}">
                  <a16:creationId xmlns:a16="http://schemas.microsoft.com/office/drawing/2014/main" id="{9BBF4489-F2A1-B3E0-5638-E6744C0C8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263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80940" name="Text Box 44">
              <a:extLst>
                <a:ext uri="{FF2B5EF4-FFF2-40B4-BE49-F238E27FC236}">
                  <a16:creationId xmlns:a16="http://schemas.microsoft.com/office/drawing/2014/main" id="{93BFB0A4-7790-FEA7-509F-7055B9844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1" y="263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80941" name="Text Box 45">
              <a:extLst>
                <a:ext uri="{FF2B5EF4-FFF2-40B4-BE49-F238E27FC236}">
                  <a16:creationId xmlns:a16="http://schemas.microsoft.com/office/drawing/2014/main" id="{D05F40AA-1207-9FC6-23A9-4592B3AA1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7" y="263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2400" b="0">
                <a:latin typeface="Helvetica" panose="020B0604020202020204" pitchFamily="34" charset="0"/>
              </a:endParaRPr>
            </a:p>
          </p:txBody>
        </p:sp>
        <p:sp>
          <p:nvSpPr>
            <p:cNvPr id="80942" name="Text Box 46">
              <a:extLst>
                <a:ext uri="{FF2B5EF4-FFF2-40B4-BE49-F238E27FC236}">
                  <a16:creationId xmlns:a16="http://schemas.microsoft.com/office/drawing/2014/main" id="{5381613E-8539-DE49-B194-FEE602427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291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80943" name="Text Box 47">
              <a:extLst>
                <a:ext uri="{FF2B5EF4-FFF2-40B4-BE49-F238E27FC236}">
                  <a16:creationId xmlns:a16="http://schemas.microsoft.com/office/drawing/2014/main" id="{5B969EBE-759E-100B-EAE3-8FCA24A22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291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80944" name="Text Box 48">
              <a:extLst>
                <a:ext uri="{FF2B5EF4-FFF2-40B4-BE49-F238E27FC236}">
                  <a16:creationId xmlns:a16="http://schemas.microsoft.com/office/drawing/2014/main" id="{8CF253BC-8BDB-7E7B-E1C4-605BD2F32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291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80945" name="Text Box 49">
              <a:extLst>
                <a:ext uri="{FF2B5EF4-FFF2-40B4-BE49-F238E27FC236}">
                  <a16:creationId xmlns:a16="http://schemas.microsoft.com/office/drawing/2014/main" id="{02E3E145-8354-2387-76FB-7FF935DAC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291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80946" name="Text Box 50">
              <a:extLst>
                <a:ext uri="{FF2B5EF4-FFF2-40B4-BE49-F238E27FC236}">
                  <a16:creationId xmlns:a16="http://schemas.microsoft.com/office/drawing/2014/main" id="{8B755DD2-6AE3-4FAD-54B0-6A588CC4A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291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80947" name="Line 51">
              <a:extLst>
                <a:ext uri="{FF2B5EF4-FFF2-40B4-BE49-F238E27FC236}">
                  <a16:creationId xmlns:a16="http://schemas.microsoft.com/office/drawing/2014/main" id="{644D6762-54B3-9018-FBCA-12DC02BF9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48" name="Line 52">
              <a:extLst>
                <a:ext uri="{FF2B5EF4-FFF2-40B4-BE49-F238E27FC236}">
                  <a16:creationId xmlns:a16="http://schemas.microsoft.com/office/drawing/2014/main" id="{A50229EA-8EB5-CCB2-BD3C-586431002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49" name="Line 53">
              <a:extLst>
                <a:ext uri="{FF2B5EF4-FFF2-40B4-BE49-F238E27FC236}">
                  <a16:creationId xmlns:a16="http://schemas.microsoft.com/office/drawing/2014/main" id="{9FAB19DF-4619-5096-624A-8182A6814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0" name="Line 54">
              <a:extLst>
                <a:ext uri="{FF2B5EF4-FFF2-40B4-BE49-F238E27FC236}">
                  <a16:creationId xmlns:a16="http://schemas.microsoft.com/office/drawing/2014/main" id="{4B88D1A0-7195-3FE9-9B35-0CF125481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1" name="Line 55">
              <a:extLst>
                <a:ext uri="{FF2B5EF4-FFF2-40B4-BE49-F238E27FC236}">
                  <a16:creationId xmlns:a16="http://schemas.microsoft.com/office/drawing/2014/main" id="{4787D22F-7DC8-33B2-C6A0-A261E32C5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2" name="Line 56">
              <a:extLst>
                <a:ext uri="{FF2B5EF4-FFF2-40B4-BE49-F238E27FC236}">
                  <a16:creationId xmlns:a16="http://schemas.microsoft.com/office/drawing/2014/main" id="{D3A8CF85-7B7A-DB34-6B06-8AC48A3F0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8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3" name="Line 57">
              <a:extLst>
                <a:ext uri="{FF2B5EF4-FFF2-40B4-BE49-F238E27FC236}">
                  <a16:creationId xmlns:a16="http://schemas.microsoft.com/office/drawing/2014/main" id="{370478BA-B978-37BA-C90C-00AA9DA33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4" y="258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54" name="Text Box 58">
              <a:extLst>
                <a:ext uri="{FF2B5EF4-FFF2-40B4-BE49-F238E27FC236}">
                  <a16:creationId xmlns:a16="http://schemas.microsoft.com/office/drawing/2014/main" id="{C3D6A4D3-11FD-E58D-18F0-A479D14CD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263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80955" name="Text Box 59">
              <a:extLst>
                <a:ext uri="{FF2B5EF4-FFF2-40B4-BE49-F238E27FC236}">
                  <a16:creationId xmlns:a16="http://schemas.microsoft.com/office/drawing/2014/main" id="{1D65133B-E7B9-B987-A47F-7FE838F1B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91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 b="0">
                <a:latin typeface="Helvetica" panose="020B0604020202020204" pitchFamily="34" charset="0"/>
              </a:endParaRPr>
            </a:p>
          </p:txBody>
        </p:sp>
        <p:sp>
          <p:nvSpPr>
            <p:cNvPr id="80956" name="Text Box 60">
              <a:extLst>
                <a:ext uri="{FF2B5EF4-FFF2-40B4-BE49-F238E27FC236}">
                  <a16:creationId xmlns:a16="http://schemas.microsoft.com/office/drawing/2014/main" id="{FDF82CDF-06DF-4728-042B-603FC2A8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263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80960" name="Text Box 64">
              <a:extLst>
                <a:ext uri="{FF2B5EF4-FFF2-40B4-BE49-F238E27FC236}">
                  <a16:creationId xmlns:a16="http://schemas.microsoft.com/office/drawing/2014/main" id="{2687B3B8-45D9-9F94-AA99-1674A0FA8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88"/>
              <a:ext cx="5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Step 2:</a:t>
              </a:r>
            </a:p>
          </p:txBody>
        </p:sp>
        <p:sp>
          <p:nvSpPr>
            <p:cNvPr id="80962" name="Line 66">
              <a:extLst>
                <a:ext uri="{FF2B5EF4-FFF2-40B4-BE49-F238E27FC236}">
                  <a16:creationId xmlns:a16="http://schemas.microsoft.com/office/drawing/2014/main" id="{A11291FE-7E1C-DBFA-7052-A57A2CDB49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40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026">
            <a:extLst>
              <a:ext uri="{FF2B5EF4-FFF2-40B4-BE49-F238E27FC236}">
                <a16:creationId xmlns:a16="http://schemas.microsoft.com/office/drawing/2014/main" id="{5EBB2742-B860-B2E5-7532-8198BD4E8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295939" name="Rectangle 1027">
            <a:extLst>
              <a:ext uri="{FF2B5EF4-FFF2-40B4-BE49-F238E27FC236}">
                <a16:creationId xmlns:a16="http://schemas.microsoft.com/office/drawing/2014/main" id="{58BCBA99-6945-CF43-CE85-7508B35CC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6425" cy="9921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remove(): removes the element at the current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     index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sp>
        <p:nvSpPr>
          <p:cNvPr id="295940" name="Rectangle 1028">
            <a:extLst>
              <a:ext uri="{FF2B5EF4-FFF2-40B4-BE49-F238E27FC236}">
                <a16:creationId xmlns:a16="http://schemas.microsoft.com/office/drawing/2014/main" id="{22039EBC-72B1-C721-D002-D923B884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57800"/>
            <a:ext cx="8226425" cy="99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400" indent="-381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We fill the blank spot left by the removal of 7 by </a:t>
            </a:r>
            <a:br>
              <a:rPr lang="en-US" altLang="en-US" sz="2800" b="0">
                <a:latin typeface="Helvetica" panose="020B0604020202020204" pitchFamily="34" charset="0"/>
              </a:rPr>
            </a:br>
            <a:r>
              <a:rPr lang="en-US" altLang="en-US" sz="2800" b="0">
                <a:latin typeface="Helvetica" panose="020B0604020202020204" pitchFamily="34" charset="0"/>
              </a:rPr>
              <a:t>shifting the values to the right of position 5 over to the left one space.</a:t>
            </a:r>
          </a:p>
        </p:txBody>
      </p:sp>
      <p:sp>
        <p:nvSpPr>
          <p:cNvPr id="295968" name="Text Box 1056">
            <a:extLst>
              <a:ext uri="{FF2B5EF4-FFF2-40B4-BE49-F238E27FC236}">
                <a16:creationId xmlns:a16="http://schemas.microsoft.com/office/drawing/2014/main" id="{5B986554-AF31-3452-88AF-9180B8DD5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213" y="4038600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0" u="sng">
                <a:latin typeface="Helvetica" panose="020B0604020202020204" pitchFamily="34" charset="0"/>
              </a:rPr>
              <a:t>current</a:t>
            </a:r>
          </a:p>
        </p:txBody>
      </p:sp>
      <p:sp>
        <p:nvSpPr>
          <p:cNvPr id="295969" name="Text Box 1057">
            <a:extLst>
              <a:ext uri="{FF2B5EF4-FFF2-40B4-BE49-F238E27FC236}">
                <a16:creationId xmlns:a16="http://schemas.microsoft.com/office/drawing/2014/main" id="{9DA3DDE2-0F60-15DE-43B2-2970603E8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44196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b="0">
                <a:latin typeface="Helvetica" panose="020B0604020202020204" pitchFamily="34" charset="0"/>
              </a:rPr>
              <a:t>5</a:t>
            </a:r>
          </a:p>
        </p:txBody>
      </p:sp>
      <p:grpSp>
        <p:nvGrpSpPr>
          <p:cNvPr id="295970" name="Group 1058">
            <a:extLst>
              <a:ext uri="{FF2B5EF4-FFF2-40B4-BE49-F238E27FC236}">
                <a16:creationId xmlns:a16="http://schemas.microsoft.com/office/drawing/2014/main" id="{C75D4125-4E48-4833-007F-14F1A90D9130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4038600"/>
            <a:ext cx="636588" cy="777875"/>
            <a:chOff x="4608" y="2832"/>
            <a:chExt cx="401" cy="490"/>
          </a:xfrm>
        </p:grpSpPr>
        <p:sp>
          <p:nvSpPr>
            <p:cNvPr id="295971" name="Text Box 1059">
              <a:extLst>
                <a:ext uri="{FF2B5EF4-FFF2-40B4-BE49-F238E27FC236}">
                  <a16:creationId xmlns:a16="http://schemas.microsoft.com/office/drawing/2014/main" id="{F2EA5F1E-C4B7-C5EC-AFB1-18CC32193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832"/>
              <a:ext cx="4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 u="sng">
                  <a:latin typeface="Helvetica" panose="020B0604020202020204" pitchFamily="34" charset="0"/>
                </a:rPr>
                <a:t>size</a:t>
              </a:r>
            </a:p>
          </p:txBody>
        </p:sp>
        <p:sp>
          <p:nvSpPr>
            <p:cNvPr id="295972" name="Text Box 1060">
              <a:extLst>
                <a:ext uri="{FF2B5EF4-FFF2-40B4-BE49-F238E27FC236}">
                  <a16:creationId xmlns:a16="http://schemas.microsoft.com/office/drawing/2014/main" id="{21690A15-A78B-FDF2-81A7-3C37CDB97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072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295973" name="Rectangle 1061">
            <a:extLst>
              <a:ext uri="{FF2B5EF4-FFF2-40B4-BE49-F238E27FC236}">
                <a16:creationId xmlns:a16="http://schemas.microsoft.com/office/drawing/2014/main" id="{F138FBE2-9AE3-689C-8E77-9084C99DF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4100513"/>
            <a:ext cx="4267200" cy="5334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5974" name="Text Box 1062">
            <a:extLst>
              <a:ext uri="{FF2B5EF4-FFF2-40B4-BE49-F238E27FC236}">
                <a16:creationId xmlns:a16="http://schemas.microsoft.com/office/drawing/2014/main" id="{E44FAB21-6D13-F363-BE01-D8D76B66E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40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95975" name="Text Box 1063">
            <a:extLst>
              <a:ext uri="{FF2B5EF4-FFF2-40B4-BE49-F238E27FC236}">
                <a16:creationId xmlns:a16="http://schemas.microsoft.com/office/drawing/2014/main" id="{FF0A3D0B-64DB-1550-4EB2-F6F1B9366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417671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6</a:t>
            </a:r>
          </a:p>
        </p:txBody>
      </p:sp>
      <p:sp>
        <p:nvSpPr>
          <p:cNvPr id="295976" name="Text Box 1064">
            <a:extLst>
              <a:ext uri="{FF2B5EF4-FFF2-40B4-BE49-F238E27FC236}">
                <a16:creationId xmlns:a16="http://schemas.microsoft.com/office/drawing/2014/main" id="{72FB380A-0EA3-EE3C-7EB4-7DFE4664E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675" y="417671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8</a:t>
            </a:r>
          </a:p>
        </p:txBody>
      </p:sp>
      <p:sp>
        <p:nvSpPr>
          <p:cNvPr id="295977" name="Text Box 1065">
            <a:extLst>
              <a:ext uri="{FF2B5EF4-FFF2-40B4-BE49-F238E27FC236}">
                <a16:creationId xmlns:a16="http://schemas.microsoft.com/office/drawing/2014/main" id="{C8BBF9BB-A4A7-EB62-8AF4-7C7396BC7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8" y="417671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295978" name="Text Box 1066">
            <a:extLst>
              <a:ext uri="{FF2B5EF4-FFF2-40B4-BE49-F238E27FC236}">
                <a16:creationId xmlns:a16="http://schemas.microsoft.com/office/drawing/2014/main" id="{D930C7DC-61B5-DB83-8156-6604239A0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41767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b="0">
              <a:latin typeface="Helvetica" panose="020B0604020202020204" pitchFamily="34" charset="0"/>
            </a:endParaRPr>
          </a:p>
        </p:txBody>
      </p:sp>
      <p:sp>
        <p:nvSpPr>
          <p:cNvPr id="295979" name="Text Box 1067">
            <a:extLst>
              <a:ext uri="{FF2B5EF4-FFF2-40B4-BE49-F238E27FC236}">
                <a16:creationId xmlns:a16="http://schemas.microsoft.com/office/drawing/2014/main" id="{8B163369-F27B-F072-6724-A3B2E8C88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4633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295980" name="Text Box 1068">
            <a:extLst>
              <a:ext uri="{FF2B5EF4-FFF2-40B4-BE49-F238E27FC236}">
                <a16:creationId xmlns:a16="http://schemas.microsoft.com/office/drawing/2014/main" id="{65512163-8DF2-9566-FDF7-59403C41D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4633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95981" name="Text Box 1069">
            <a:extLst>
              <a:ext uri="{FF2B5EF4-FFF2-40B4-BE49-F238E27FC236}">
                <a16:creationId xmlns:a16="http://schemas.microsoft.com/office/drawing/2014/main" id="{F19F2ADB-BF74-7BBF-911A-E89ED6DE7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675" y="4633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295982" name="Text Box 1070">
            <a:extLst>
              <a:ext uri="{FF2B5EF4-FFF2-40B4-BE49-F238E27FC236}">
                <a16:creationId xmlns:a16="http://schemas.microsoft.com/office/drawing/2014/main" id="{CCE6A365-F122-642A-266D-383AD5BB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4633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295983" name="Text Box 1071">
            <a:extLst>
              <a:ext uri="{FF2B5EF4-FFF2-40B4-BE49-F238E27FC236}">
                <a16:creationId xmlns:a16="http://schemas.microsoft.com/office/drawing/2014/main" id="{04AB06DF-0E4F-AFC9-FFDF-2A762813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4633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295984" name="Line 1072">
            <a:extLst>
              <a:ext uri="{FF2B5EF4-FFF2-40B4-BE49-F238E27FC236}">
                <a16:creationId xmlns:a16="http://schemas.microsoft.com/office/drawing/2014/main" id="{E57D891F-5E77-CD29-D421-B45223CF2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85" name="Line 1073">
            <a:extLst>
              <a:ext uri="{FF2B5EF4-FFF2-40B4-BE49-F238E27FC236}">
                <a16:creationId xmlns:a16="http://schemas.microsoft.com/office/drawing/2014/main" id="{7FBCD252-DF0F-7CB2-52BA-8063FE945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90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86" name="Line 1074">
            <a:extLst>
              <a:ext uri="{FF2B5EF4-FFF2-40B4-BE49-F238E27FC236}">
                <a16:creationId xmlns:a16="http://schemas.microsoft.com/office/drawing/2014/main" id="{1EC6ECD5-89F4-ADFB-2EA8-626D1F5FF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87" name="Line 1075">
            <a:extLst>
              <a:ext uri="{FF2B5EF4-FFF2-40B4-BE49-F238E27FC236}">
                <a16:creationId xmlns:a16="http://schemas.microsoft.com/office/drawing/2014/main" id="{CDC0E452-1FD5-BB1D-E713-EFA9A4650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8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88" name="Line 1076">
            <a:extLst>
              <a:ext uri="{FF2B5EF4-FFF2-40B4-BE49-F238E27FC236}">
                <a16:creationId xmlns:a16="http://schemas.microsoft.com/office/drawing/2014/main" id="{A849AD18-F2A5-47C7-0A68-C823FD11C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89" name="Line 1077">
            <a:extLst>
              <a:ext uri="{FF2B5EF4-FFF2-40B4-BE49-F238E27FC236}">
                <a16:creationId xmlns:a16="http://schemas.microsoft.com/office/drawing/2014/main" id="{12868E46-9F2A-E902-C5DF-45334FA3E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60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90" name="Line 1078">
            <a:extLst>
              <a:ext uri="{FF2B5EF4-FFF2-40B4-BE49-F238E27FC236}">
                <a16:creationId xmlns:a16="http://schemas.microsoft.com/office/drawing/2014/main" id="{89089B34-9DA0-8DED-9253-FDD4B9AEB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9475" y="4100513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991" name="Text Box 1079">
            <a:extLst>
              <a:ext uri="{FF2B5EF4-FFF2-40B4-BE49-F238E27FC236}">
                <a16:creationId xmlns:a16="http://schemas.microsoft.com/office/drawing/2014/main" id="{58B5BF7D-BBDB-9A0D-38B9-AFCE0700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417671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95992" name="Text Box 1080">
            <a:extLst>
              <a:ext uri="{FF2B5EF4-FFF2-40B4-BE49-F238E27FC236}">
                <a16:creationId xmlns:a16="http://schemas.microsoft.com/office/drawing/2014/main" id="{1D5C7BD5-1A8A-C892-616B-AD5718A91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46339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latin typeface="Helvetica" panose="020B0604020202020204" pitchFamily="34" charset="0"/>
            </a:endParaRPr>
          </a:p>
        </p:txBody>
      </p:sp>
      <p:sp>
        <p:nvSpPr>
          <p:cNvPr id="295993" name="Text Box 1081">
            <a:extLst>
              <a:ext uri="{FF2B5EF4-FFF2-40B4-BE49-F238E27FC236}">
                <a16:creationId xmlns:a16="http://schemas.microsoft.com/office/drawing/2014/main" id="{F539DD59-3900-0212-2038-FE59A7A6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417830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Helvetica" panose="020B0604020202020204" pitchFamily="34" charset="0"/>
              </a:rPr>
              <a:t>9</a:t>
            </a:r>
          </a:p>
        </p:txBody>
      </p:sp>
      <p:sp>
        <p:nvSpPr>
          <p:cNvPr id="295995" name="Text Box 1083">
            <a:extLst>
              <a:ext uri="{FF2B5EF4-FFF2-40B4-BE49-F238E27FC236}">
                <a16:creationId xmlns:a16="http://schemas.microsoft.com/office/drawing/2014/main" id="{D0B6B2F2-C55E-8BF1-BF2D-FD9848DCA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267200"/>
            <a:ext cx="828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Step 2:</a:t>
            </a:r>
          </a:p>
        </p:txBody>
      </p:sp>
      <p:grpSp>
        <p:nvGrpSpPr>
          <p:cNvPr id="295998" name="Group 1086">
            <a:extLst>
              <a:ext uri="{FF2B5EF4-FFF2-40B4-BE49-F238E27FC236}">
                <a16:creationId xmlns:a16="http://schemas.microsoft.com/office/drawing/2014/main" id="{2DF16725-42D8-319E-61FA-4E9535521D09}"/>
              </a:ext>
            </a:extLst>
          </p:cNvPr>
          <p:cNvGrpSpPr>
            <a:grpSpLocks/>
          </p:cNvGrpSpPr>
          <p:nvPr/>
        </p:nvGrpSpPr>
        <p:grpSpPr bwMode="auto">
          <a:xfrm>
            <a:off x="669925" y="2209800"/>
            <a:ext cx="7732713" cy="1387475"/>
            <a:chOff x="422" y="1392"/>
            <a:chExt cx="4871" cy="874"/>
          </a:xfrm>
        </p:grpSpPr>
        <p:sp>
          <p:nvSpPr>
            <p:cNvPr id="295941" name="Text Box 1029">
              <a:extLst>
                <a:ext uri="{FF2B5EF4-FFF2-40B4-BE49-F238E27FC236}">
                  <a16:creationId xmlns:a16="http://schemas.microsoft.com/office/drawing/2014/main" id="{806A6742-4ACC-BD15-31C0-576897277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" y="1584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 u="sng">
                  <a:latin typeface="Helvetica" panose="020B0604020202020204" pitchFamily="34" charset="0"/>
                </a:rPr>
                <a:t>current</a:t>
              </a:r>
            </a:p>
          </p:txBody>
        </p:sp>
        <p:sp>
          <p:nvSpPr>
            <p:cNvPr id="295942" name="Text Box 1030">
              <a:extLst>
                <a:ext uri="{FF2B5EF4-FFF2-40B4-BE49-F238E27FC236}">
                  <a16:creationId xmlns:a16="http://schemas.microsoft.com/office/drawing/2014/main" id="{5359122B-B160-C3DE-DD8D-5A10D0D53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" y="182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grpSp>
          <p:nvGrpSpPr>
            <p:cNvPr id="295943" name="Group 1031">
              <a:extLst>
                <a:ext uri="{FF2B5EF4-FFF2-40B4-BE49-F238E27FC236}">
                  <a16:creationId xmlns:a16="http://schemas.microsoft.com/office/drawing/2014/main" id="{B2EF587B-5426-1EA7-4ACF-159FE2BC3C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584"/>
              <a:ext cx="401" cy="490"/>
              <a:chOff x="4608" y="2832"/>
              <a:chExt cx="401" cy="490"/>
            </a:xfrm>
          </p:grpSpPr>
          <p:sp>
            <p:nvSpPr>
              <p:cNvPr id="295944" name="Text Box 1032">
                <a:extLst>
                  <a:ext uri="{FF2B5EF4-FFF2-40B4-BE49-F238E27FC236}">
                    <a16:creationId xmlns:a16="http://schemas.microsoft.com/office/drawing/2014/main" id="{6F358BCF-5E93-D864-2E63-893F2839D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832"/>
                <a:ext cx="40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 u="sng">
                    <a:latin typeface="Helvetica" panose="020B0604020202020204" pitchFamily="34" charset="0"/>
                  </a:rPr>
                  <a:t>size</a:t>
                </a:r>
              </a:p>
            </p:txBody>
          </p:sp>
          <p:sp>
            <p:nvSpPr>
              <p:cNvPr id="295945" name="Text Box 1033">
                <a:extLst>
                  <a:ext uri="{FF2B5EF4-FFF2-40B4-BE49-F238E27FC236}">
                    <a16:creationId xmlns:a16="http://schemas.microsoft.com/office/drawing/2014/main" id="{8546DD80-138A-F6AB-F40E-705986C4F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072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b="0">
                    <a:latin typeface="Helvetica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295946" name="Rectangle 1034">
              <a:extLst>
                <a:ext uri="{FF2B5EF4-FFF2-40B4-BE49-F238E27FC236}">
                  <a16:creationId xmlns:a16="http://schemas.microsoft.com/office/drawing/2014/main" id="{ADC57C49-1195-1446-806F-B5F538929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1623"/>
              <a:ext cx="2688" cy="33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47" name="Text Box 1035">
              <a:extLst>
                <a:ext uri="{FF2B5EF4-FFF2-40B4-BE49-F238E27FC236}">
                  <a16:creationId xmlns:a16="http://schemas.microsoft.com/office/drawing/2014/main" id="{2A88C035-C0EF-B5BB-FBBD-8CCD86A10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64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295948" name="Text Box 1036">
              <a:extLst>
                <a:ext uri="{FF2B5EF4-FFF2-40B4-BE49-F238E27FC236}">
                  <a16:creationId xmlns:a16="http://schemas.microsoft.com/office/drawing/2014/main" id="{F3BA64F2-4C93-D2BF-3141-CB6F935B9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295949" name="Text Box 1037">
              <a:extLst>
                <a:ext uri="{FF2B5EF4-FFF2-40B4-BE49-F238E27FC236}">
                  <a16:creationId xmlns:a16="http://schemas.microsoft.com/office/drawing/2014/main" id="{46D5C43A-72DA-93FD-E28C-50926BA3A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295950" name="Text Box 1038">
              <a:extLst>
                <a:ext uri="{FF2B5EF4-FFF2-40B4-BE49-F238E27FC236}">
                  <a16:creationId xmlns:a16="http://schemas.microsoft.com/office/drawing/2014/main" id="{E17CE947-2490-1B27-4EF2-317A536D7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295951" name="Text Box 1039">
              <a:extLst>
                <a:ext uri="{FF2B5EF4-FFF2-40B4-BE49-F238E27FC236}">
                  <a16:creationId xmlns:a16="http://schemas.microsoft.com/office/drawing/2014/main" id="{4FB1B984-F483-08EC-D672-3D14E81E3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295952" name="Text Box 1040">
              <a:extLst>
                <a:ext uri="{FF2B5EF4-FFF2-40B4-BE49-F238E27FC236}">
                  <a16:creationId xmlns:a16="http://schemas.microsoft.com/office/drawing/2014/main" id="{A0E6F310-8747-5F6C-750E-0F9E60DB0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295953" name="Text Box 1041">
              <a:extLst>
                <a:ext uri="{FF2B5EF4-FFF2-40B4-BE49-F238E27FC236}">
                  <a16:creationId xmlns:a16="http://schemas.microsoft.com/office/drawing/2014/main" id="{C60B2897-F79E-3A2F-2E24-B66BDC08B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295954" name="Text Box 1042">
              <a:extLst>
                <a:ext uri="{FF2B5EF4-FFF2-40B4-BE49-F238E27FC236}">
                  <a16:creationId xmlns:a16="http://schemas.microsoft.com/office/drawing/2014/main" id="{0ADAEE54-E7E2-E49B-C1DC-A232ED598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295955" name="Text Box 1043">
              <a:extLst>
                <a:ext uri="{FF2B5EF4-FFF2-40B4-BE49-F238E27FC236}">
                  <a16:creationId xmlns:a16="http://schemas.microsoft.com/office/drawing/2014/main" id="{D6E3E134-4A9F-D916-F811-97E7B4E4A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295956" name="Line 1044">
              <a:extLst>
                <a:ext uri="{FF2B5EF4-FFF2-40B4-BE49-F238E27FC236}">
                  <a16:creationId xmlns:a16="http://schemas.microsoft.com/office/drawing/2014/main" id="{6FB1E37A-8534-D840-B0C9-9ECD58802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57" name="Line 1045">
              <a:extLst>
                <a:ext uri="{FF2B5EF4-FFF2-40B4-BE49-F238E27FC236}">
                  <a16:creationId xmlns:a16="http://schemas.microsoft.com/office/drawing/2014/main" id="{27163EAD-D58A-787F-8D7D-FEE282F5D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58" name="Line 1046">
              <a:extLst>
                <a:ext uri="{FF2B5EF4-FFF2-40B4-BE49-F238E27FC236}">
                  <a16:creationId xmlns:a16="http://schemas.microsoft.com/office/drawing/2014/main" id="{B4ADFEE1-95B2-FD62-0D04-7582A9441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59" name="Line 1047">
              <a:extLst>
                <a:ext uri="{FF2B5EF4-FFF2-40B4-BE49-F238E27FC236}">
                  <a16:creationId xmlns:a16="http://schemas.microsoft.com/office/drawing/2014/main" id="{B21AC21D-2821-12B6-7CE3-99794C5DD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60" name="Line 1048">
              <a:extLst>
                <a:ext uri="{FF2B5EF4-FFF2-40B4-BE49-F238E27FC236}">
                  <a16:creationId xmlns:a16="http://schemas.microsoft.com/office/drawing/2014/main" id="{0D8082EE-E5E5-FF43-D7B2-7AA857BEA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4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61" name="Line 1049">
              <a:extLst>
                <a:ext uri="{FF2B5EF4-FFF2-40B4-BE49-F238E27FC236}">
                  <a16:creationId xmlns:a16="http://schemas.microsoft.com/office/drawing/2014/main" id="{1E039057-8D25-8AAA-5D9E-F31CC476B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0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62" name="Line 1050">
              <a:extLst>
                <a:ext uri="{FF2B5EF4-FFF2-40B4-BE49-F238E27FC236}">
                  <a16:creationId xmlns:a16="http://schemas.microsoft.com/office/drawing/2014/main" id="{6C8C2F23-5117-4ABB-EE0D-66B33A21A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" y="1623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63" name="Text Box 1051">
              <a:extLst>
                <a:ext uri="{FF2B5EF4-FFF2-40B4-BE49-F238E27FC236}">
                  <a16:creationId xmlns:a16="http://schemas.microsoft.com/office/drawing/2014/main" id="{E149055B-648F-1511-F14A-6ED557EE4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295964" name="Text Box 1052">
              <a:extLst>
                <a:ext uri="{FF2B5EF4-FFF2-40B4-BE49-F238E27FC236}">
                  <a16:creationId xmlns:a16="http://schemas.microsoft.com/office/drawing/2014/main" id="{5D5BF4AC-A11A-98F1-C472-B0B634451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195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295965" name="Text Box 1053">
              <a:extLst>
                <a:ext uri="{FF2B5EF4-FFF2-40B4-BE49-F238E27FC236}">
                  <a16:creationId xmlns:a16="http://schemas.microsoft.com/office/drawing/2014/main" id="{F69F22EE-44BB-6447-00FE-1470A8508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7" y="16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295966" name="Text Box 1054">
              <a:extLst>
                <a:ext uri="{FF2B5EF4-FFF2-40B4-BE49-F238E27FC236}">
                  <a16:creationId xmlns:a16="http://schemas.microsoft.com/office/drawing/2014/main" id="{73BE3D65-5559-A336-E543-013BD490C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01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295967" name="Line 1055">
              <a:extLst>
                <a:ext uri="{FF2B5EF4-FFF2-40B4-BE49-F238E27FC236}">
                  <a16:creationId xmlns:a16="http://schemas.microsoft.com/office/drawing/2014/main" id="{8414A454-1F37-B2BC-E0D2-184129760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872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994" name="Text Box 1082">
              <a:extLst>
                <a:ext uri="{FF2B5EF4-FFF2-40B4-BE49-F238E27FC236}">
                  <a16:creationId xmlns:a16="http://schemas.microsoft.com/office/drawing/2014/main" id="{35AC7277-9006-4F97-98E6-6F458A64A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" y="1660"/>
              <a:ext cx="5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Step 1:</a:t>
              </a:r>
            </a:p>
          </p:txBody>
        </p:sp>
        <p:sp>
          <p:nvSpPr>
            <p:cNvPr id="295996" name="Line 1084">
              <a:extLst>
                <a:ext uri="{FF2B5EF4-FFF2-40B4-BE49-F238E27FC236}">
                  <a16:creationId xmlns:a16="http://schemas.microsoft.com/office/drawing/2014/main" id="{7CC519F1-AB46-F6FF-3701-B9D168FAA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5997" name="Line 1085">
            <a:extLst>
              <a:ext uri="{FF2B5EF4-FFF2-40B4-BE49-F238E27FC236}">
                <a16:creationId xmlns:a16="http://schemas.microsoft.com/office/drawing/2014/main" id="{D76086E7-90D1-175B-B3EF-FC58DCE4FF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810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A7E2E29-B237-D7B9-184E-725733495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02C5722-BB25-2F48-63B8-FF8ABDE22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8226425" cy="4876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Helvetica" panose="020B0604020202020204" pitchFamily="34" charset="0"/>
              </a:rPr>
              <a:t>find(X): traverse the array until X is located.</a:t>
            </a:r>
            <a:br>
              <a:rPr lang="en-US" altLang="en-US" sz="2400">
                <a:latin typeface="Helvetica" panose="020B0604020202020204" pitchFamily="34" charset="0"/>
              </a:rPr>
            </a:b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int find(int X)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{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int j;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for(j=1; j &lt; size+1; j++ )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    if( A[j] == X ) break;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    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if( j &lt; size+1 ) {	// found X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    current = j;        // current points to where X found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Helvetica" panose="020B0604020202020204" pitchFamily="34" charset="0"/>
              </a:rPr>
              <a:t>		    return 1;   // 1 for true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}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return 0;  // 0 (false) indicates not found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Helvetica" panose="020B0604020202020204" pitchFamily="34" charset="0"/>
              </a:rPr>
              <a:t>	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53F7DB81-F578-FAB3-7962-24E31378C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Implementing Lists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EA577FA-8D6C-3B01-9E91-BB1EC4921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Other operations: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get()		</a:t>
            </a: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 return A[current];</a:t>
            </a:r>
            <a:b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</a:b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update(X) 	 A[current] = X;</a:t>
            </a:r>
            <a:b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</a:b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length()		  return size;</a:t>
            </a:r>
            <a:b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</a:b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back()		 current--;</a:t>
            </a:r>
            <a:b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</a:b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start() 		 current = 1;</a:t>
            </a:r>
            <a:b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</a:br>
            <a:r>
              <a:rPr lang="en-US" altLang="en-US" sz="2800">
                <a:latin typeface="Helvetica" panose="020B0604020202020204" pitchFamily="34" charset="0"/>
                <a:sym typeface="Wingdings" panose="05000000000000000000" pitchFamily="2" charset="2"/>
              </a:rPr>
              <a:t>end() 		 current = size;</a:t>
            </a: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FA58B85-B67C-B87F-6BFC-3A205A8BC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Analysis of Array Lists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11AE958-4FC6-58C7-00CD-CC881E3DF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add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we have to move every element to the right of  current to make space for the new element.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Worst-case is when we insert at the beginning; we have to move every element right one place.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Average-case: on average we may have to move half of the elements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70BCD8A-1D63-9AF7-63ED-6AAB79275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Analysis of Array Lists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C3606B5-C344-3D85-13B1-2B337EA51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remove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Worst-case: remove at the beginning, must shift all remaining elements to the left.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Average-case: expect to move half of the elements.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4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find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Worst-case: may have to search the entire array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Helvetica" panose="020B0604020202020204" pitchFamily="34" charset="0"/>
              </a:rPr>
              <a:t>Average-case: search at most half the array.</a:t>
            </a:r>
          </a:p>
          <a:p>
            <a:pPr marL="914400" lvl="1"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4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Other operations are one-step.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FB799AA-C0C8-BF4A-C281-B76C57C40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Using Linked Memory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16ACEED8-B2A1-42EF-6491-BD4F36863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Various cells of memory are not allocated consecutively in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B918A3E7-8A33-01EC-FAD3-44F979EB3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Using Linked Memory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32BECB9B-3FC6-F3B2-82E5-3051F8B4D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Various cells of memory are not allocated consecutively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Not enough to store the elements of the list.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15789F91-463F-73ED-39B3-EBB82ADB5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Using Linked Memory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738A143B-B0C3-EE50-4AA7-F42E57C3D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Various cells of memory are not allocated consecutively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Not enough to store the elements of the list.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With arrays, the second element was right next to the first element.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016E8524-3B1F-20BF-0D10-DAB4B8384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Using Linked Memory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2336DA7F-7749-F264-8E70-89158CCEE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Various cells of memory are not allocated consecutively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Not enough to store the elements of the list.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With arrays, the second element was right next to the first element.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Now the first element must </a:t>
            </a:r>
            <a:r>
              <a:rPr lang="en-US" altLang="en-US" sz="2800" i="1">
                <a:latin typeface="Helvetica" panose="020B0604020202020204" pitchFamily="34" charset="0"/>
              </a:rPr>
              <a:t>explicitly</a:t>
            </a:r>
            <a:r>
              <a:rPr lang="en-US" altLang="en-US" sz="2800">
                <a:latin typeface="Helvetica" panose="020B0604020202020204" pitchFamily="34" charset="0"/>
              </a:rPr>
              <a:t> tell us where to look for the second element.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ED7BC7BB-7737-3738-5040-C720536CB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Using Linked Memory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025DCF8D-8335-148D-4E16-D36A1A7AC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Various cells of memory are not allocated consecutively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Not enough to store the elements of the list.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With arrays, the second element was right next to the first element.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Now the first element must </a:t>
            </a:r>
            <a:r>
              <a:rPr lang="en-US" altLang="en-US" sz="2800" i="1">
                <a:solidFill>
                  <a:srgbClr val="969696"/>
                </a:solidFill>
                <a:latin typeface="Helvetica" panose="020B0604020202020204" pitchFamily="34" charset="0"/>
              </a:rPr>
              <a:t>explicitly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 tell us where to look for the second element.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Do this by holding the memory address of the second element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6A71802F-C579-2E00-3952-D7D765CA9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D2E63D38-1C45-A1BC-29EC-C3C21F3F4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6111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Create a structure called a </a:t>
            </a:r>
            <a:r>
              <a:rPr lang="en-US" altLang="en-US" sz="2800" i="1">
                <a:latin typeface="Helvetica" panose="020B0604020202020204" pitchFamily="34" charset="0"/>
              </a:rPr>
              <a:t>Node</a:t>
            </a:r>
            <a:r>
              <a:rPr lang="en-US" altLang="en-US" sz="2800">
                <a:latin typeface="Helvetica" panose="020B0604020202020204" pitchFamily="34" charset="0"/>
              </a:rPr>
              <a:t>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grpSp>
        <p:nvGrpSpPr>
          <p:cNvPr id="306180" name="Group 4">
            <a:extLst>
              <a:ext uri="{FF2B5EF4-FFF2-40B4-BE49-F238E27FC236}">
                <a16:creationId xmlns:a16="http://schemas.microsoft.com/office/drawing/2014/main" id="{9E891FB3-FF6E-DEF3-275F-AF310725DAEF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362200"/>
            <a:ext cx="2514600" cy="685800"/>
            <a:chOff x="1392" y="1968"/>
            <a:chExt cx="1584" cy="432"/>
          </a:xfrm>
        </p:grpSpPr>
        <p:sp>
          <p:nvSpPr>
            <p:cNvPr id="306181" name="Rectangle 5">
              <a:extLst>
                <a:ext uri="{FF2B5EF4-FFF2-40B4-BE49-F238E27FC236}">
                  <a16:creationId xmlns:a16="http://schemas.microsoft.com/office/drawing/2014/main" id="{3E6ED021-0BA7-890D-48A3-BDC667392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968"/>
              <a:ext cx="1584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182" name="Line 6">
              <a:extLst>
                <a:ext uri="{FF2B5EF4-FFF2-40B4-BE49-F238E27FC236}">
                  <a16:creationId xmlns:a16="http://schemas.microsoft.com/office/drawing/2014/main" id="{8FF7B5EA-646F-F557-97A9-893F655F7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96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183" name="Text Box 7">
              <a:extLst>
                <a:ext uri="{FF2B5EF4-FFF2-40B4-BE49-F238E27FC236}">
                  <a16:creationId xmlns:a16="http://schemas.microsoft.com/office/drawing/2014/main" id="{F92FFFFE-06F6-5E81-C95C-2CAC63A76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3" y="2054"/>
              <a:ext cx="6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object</a:t>
              </a:r>
            </a:p>
          </p:txBody>
        </p:sp>
        <p:sp>
          <p:nvSpPr>
            <p:cNvPr id="306184" name="Text Box 8">
              <a:extLst>
                <a:ext uri="{FF2B5EF4-FFF2-40B4-BE49-F238E27FC236}">
                  <a16:creationId xmlns:a16="http://schemas.microsoft.com/office/drawing/2014/main" id="{3DA67EA0-6218-194C-50BB-6999087DF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54"/>
              <a:ext cx="4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Helvetica" panose="020B0604020202020204" pitchFamily="34" charset="0"/>
                </a:rPr>
                <a:t>next</a:t>
              </a:r>
            </a:p>
          </p:txBody>
        </p:sp>
      </p:grpSp>
      <p:sp>
        <p:nvSpPr>
          <p:cNvPr id="306185" name="Rectangle 9">
            <a:extLst>
              <a:ext uri="{FF2B5EF4-FFF2-40B4-BE49-F238E27FC236}">
                <a16:creationId xmlns:a16="http://schemas.microsoft.com/office/drawing/2014/main" id="{8B990491-5C6D-0CA5-97BB-2DDAC164F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05200"/>
            <a:ext cx="8305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400" indent="-381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The </a:t>
            </a:r>
            <a:r>
              <a:rPr lang="en-US" altLang="en-US" sz="2800" b="0" i="1">
                <a:latin typeface="Helvetica" panose="020B0604020202020204" pitchFamily="34" charset="0"/>
              </a:rPr>
              <a:t>object</a:t>
            </a:r>
            <a:r>
              <a:rPr lang="en-US" altLang="en-US" sz="2800" b="0">
                <a:latin typeface="Helvetica" panose="020B0604020202020204" pitchFamily="34" charset="0"/>
              </a:rPr>
              <a:t> field will hold the actual list element.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The </a:t>
            </a:r>
            <a:r>
              <a:rPr lang="en-US" altLang="en-US" sz="2800" b="0" i="1">
                <a:latin typeface="Helvetica" panose="020B0604020202020204" pitchFamily="34" charset="0"/>
              </a:rPr>
              <a:t>next</a:t>
            </a:r>
            <a:r>
              <a:rPr lang="en-US" altLang="en-US" sz="2800" b="0">
                <a:latin typeface="Helvetica" panose="020B0604020202020204" pitchFamily="34" charset="0"/>
              </a:rPr>
              <a:t> field in the structure will hold the starting location of the next node.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 b="0">
                <a:latin typeface="Helvetica" panose="020B0604020202020204" pitchFamily="34" charset="0"/>
              </a:rPr>
              <a:t>Chain the nodes together to form a </a:t>
            </a:r>
            <a:r>
              <a:rPr lang="en-US" altLang="en-US" sz="2800" b="0" i="1">
                <a:latin typeface="Helvetica" panose="020B0604020202020204" pitchFamily="34" charset="0"/>
              </a:rPr>
              <a:t>linked</a:t>
            </a:r>
            <a:r>
              <a:rPr lang="en-US" altLang="en-US" sz="2800" b="0">
                <a:latin typeface="Helvetica" panose="020B0604020202020204" pitchFamily="34" charset="0"/>
              </a:rPr>
              <a:t> list.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endParaRPr lang="en-US" altLang="en-US" sz="2800" b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A05029CD-048E-1634-D01D-294E4A97A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861F1B6-F14C-6216-C40D-6845F78DF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9159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Picture of our list (2, 6, 7, 8, 1) stored as a linked list: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grpSp>
        <p:nvGrpSpPr>
          <p:cNvPr id="95276" name="Group 44">
            <a:extLst>
              <a:ext uri="{FF2B5EF4-FFF2-40B4-BE49-F238E27FC236}">
                <a16:creationId xmlns:a16="http://schemas.microsoft.com/office/drawing/2014/main" id="{5605E22B-980A-EDC7-59A0-E11A7E9B513E}"/>
              </a:ext>
            </a:extLst>
          </p:cNvPr>
          <p:cNvGrpSpPr>
            <a:grpSpLocks/>
          </p:cNvGrpSpPr>
          <p:nvPr/>
        </p:nvGrpSpPr>
        <p:grpSpPr bwMode="auto">
          <a:xfrm>
            <a:off x="1284288" y="2863850"/>
            <a:ext cx="4945062" cy="1435100"/>
            <a:chOff x="809" y="1804"/>
            <a:chExt cx="3115" cy="904"/>
          </a:xfrm>
        </p:grpSpPr>
        <p:grpSp>
          <p:nvGrpSpPr>
            <p:cNvPr id="95265" name="Group 33">
              <a:extLst>
                <a:ext uri="{FF2B5EF4-FFF2-40B4-BE49-F238E27FC236}">
                  <a16:creationId xmlns:a16="http://schemas.microsoft.com/office/drawing/2014/main" id="{CB444ABD-589A-4C04-D648-5218FF3B3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140"/>
              <a:ext cx="2016" cy="212"/>
              <a:chOff x="864" y="2016"/>
              <a:chExt cx="2016" cy="212"/>
            </a:xfrm>
          </p:grpSpPr>
          <p:grpSp>
            <p:nvGrpSpPr>
              <p:cNvPr id="95242" name="Group 10">
                <a:extLst>
                  <a:ext uri="{FF2B5EF4-FFF2-40B4-BE49-F238E27FC236}">
                    <a16:creationId xmlns:a16="http://schemas.microsoft.com/office/drawing/2014/main" id="{3FC70C47-1194-93BE-4B39-06472C386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016"/>
                <a:ext cx="432" cy="212"/>
                <a:chOff x="1488" y="1996"/>
                <a:chExt cx="432" cy="212"/>
              </a:xfrm>
            </p:grpSpPr>
            <p:sp>
              <p:nvSpPr>
                <p:cNvPr id="95237" name="Rectangle 5">
                  <a:extLst>
                    <a:ext uri="{FF2B5EF4-FFF2-40B4-BE49-F238E27FC236}">
                      <a16:creationId xmlns:a16="http://schemas.microsoft.com/office/drawing/2014/main" id="{80EB5DB0-BB73-37B9-4E8C-B2F7C2872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8" y="2016"/>
                  <a:ext cx="288" cy="19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38" name="Line 6">
                  <a:extLst>
                    <a:ext uri="{FF2B5EF4-FFF2-40B4-BE49-F238E27FC236}">
                      <a16:creationId xmlns:a16="http://schemas.microsoft.com/office/drawing/2014/main" id="{A49DEE29-38A3-DCF1-6C28-A6321008C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01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239" name="Text Box 7">
                  <a:extLst>
                    <a:ext uri="{FF2B5EF4-FFF2-40B4-BE49-F238E27FC236}">
                      <a16:creationId xmlns:a16="http://schemas.microsoft.com/office/drawing/2014/main" id="{A614B8C6-CB6E-50A5-4FD9-83B049862A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1996"/>
                  <a:ext cx="15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b="0">
                      <a:latin typeface="Helvetica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95241" name="Line 9">
                  <a:extLst>
                    <a:ext uri="{FF2B5EF4-FFF2-40B4-BE49-F238E27FC236}">
                      <a16:creationId xmlns:a16="http://schemas.microsoft.com/office/drawing/2014/main" id="{A9341326-AC31-B73B-A925-284A60C780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211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arrow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5244" name="Rectangle 12">
                <a:extLst>
                  <a:ext uri="{FF2B5EF4-FFF2-40B4-BE49-F238E27FC236}">
                    <a16:creationId xmlns:a16="http://schemas.microsoft.com/office/drawing/2014/main" id="{56FCEF47-FF2B-70A0-9720-DC51D6A47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45" name="Line 13">
                <a:extLst>
                  <a:ext uri="{FF2B5EF4-FFF2-40B4-BE49-F238E27FC236}">
                    <a16:creationId xmlns:a16="http://schemas.microsoft.com/office/drawing/2014/main" id="{C4642EA0-0080-9495-CD53-D3DA4E6CA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6" name="Text Box 14">
                <a:extLst>
                  <a:ext uri="{FF2B5EF4-FFF2-40B4-BE49-F238E27FC236}">
                    <a16:creationId xmlns:a16="http://schemas.microsoft.com/office/drawing/2014/main" id="{2B47EEAD-0586-E9D4-8D78-5AA95EC597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2016"/>
                <a:ext cx="15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0">
                    <a:latin typeface="Helvetica" panose="020B0604020202020204" pitchFamily="34" charset="0"/>
                  </a:rPr>
                  <a:t>6</a:t>
                </a:r>
              </a:p>
            </p:txBody>
          </p:sp>
          <p:sp>
            <p:nvSpPr>
              <p:cNvPr id="95247" name="Line 15">
                <a:extLst>
                  <a:ext uri="{FF2B5EF4-FFF2-40B4-BE49-F238E27FC236}">
                    <a16:creationId xmlns:a16="http://schemas.microsoft.com/office/drawing/2014/main" id="{88225F4A-B0DC-F39F-803B-67A77AF5B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9" name="Rectangle 17">
                <a:extLst>
                  <a:ext uri="{FF2B5EF4-FFF2-40B4-BE49-F238E27FC236}">
                    <a16:creationId xmlns:a16="http://schemas.microsoft.com/office/drawing/2014/main" id="{98A339D4-50CC-CF08-B6A9-2A4ED1148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50" name="Line 18">
                <a:extLst>
                  <a:ext uri="{FF2B5EF4-FFF2-40B4-BE49-F238E27FC236}">
                    <a16:creationId xmlns:a16="http://schemas.microsoft.com/office/drawing/2014/main" id="{20C710DC-E925-D711-1D66-C12E2FA19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1" name="Text Box 19">
                <a:extLst>
                  <a:ext uri="{FF2B5EF4-FFF2-40B4-BE49-F238E27FC236}">
                    <a16:creationId xmlns:a16="http://schemas.microsoft.com/office/drawing/2014/main" id="{D8D5E9E4-9D3E-F9B2-36FA-5049F1900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016"/>
                <a:ext cx="15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0">
                    <a:latin typeface="Helvetica" panose="020B0604020202020204" pitchFamily="34" charset="0"/>
                  </a:rPr>
                  <a:t>8</a:t>
                </a:r>
              </a:p>
            </p:txBody>
          </p:sp>
          <p:sp>
            <p:nvSpPr>
              <p:cNvPr id="95252" name="Line 20">
                <a:extLst>
                  <a:ext uri="{FF2B5EF4-FFF2-40B4-BE49-F238E27FC236}">
                    <a16:creationId xmlns:a16="http://schemas.microsoft.com/office/drawing/2014/main" id="{0C78672D-1E1F-5A22-EEB3-40D84D382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4" name="Rectangle 22">
                <a:extLst>
                  <a:ext uri="{FF2B5EF4-FFF2-40B4-BE49-F238E27FC236}">
                    <a16:creationId xmlns:a16="http://schemas.microsoft.com/office/drawing/2014/main" id="{12D88DDC-43BF-9FE3-2A7E-D7C2A9B09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55" name="Line 23">
                <a:extLst>
                  <a:ext uri="{FF2B5EF4-FFF2-40B4-BE49-F238E27FC236}">
                    <a16:creationId xmlns:a16="http://schemas.microsoft.com/office/drawing/2014/main" id="{93E711E6-0EC0-5282-6F58-A76F47EEF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6" name="Text Box 24">
                <a:extLst>
                  <a:ext uri="{FF2B5EF4-FFF2-40B4-BE49-F238E27FC236}">
                    <a16:creationId xmlns:a16="http://schemas.microsoft.com/office/drawing/2014/main" id="{88763128-3FAF-3BBF-622F-2A85E786A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016"/>
                <a:ext cx="15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0">
                    <a:latin typeface="Helvetica" panose="020B0604020202020204" pitchFamily="34" charset="0"/>
                  </a:rPr>
                  <a:t>7</a:t>
                </a:r>
              </a:p>
            </p:txBody>
          </p:sp>
          <p:sp>
            <p:nvSpPr>
              <p:cNvPr id="95257" name="Line 25">
                <a:extLst>
                  <a:ext uri="{FF2B5EF4-FFF2-40B4-BE49-F238E27FC236}">
                    <a16:creationId xmlns:a16="http://schemas.microsoft.com/office/drawing/2014/main" id="{1CE52138-7769-F39D-A0DC-F6A37E37A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1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9" name="Rectangle 27">
                <a:extLst>
                  <a:ext uri="{FF2B5EF4-FFF2-40B4-BE49-F238E27FC236}">
                    <a16:creationId xmlns:a16="http://schemas.microsoft.com/office/drawing/2014/main" id="{EC7CCFAA-A459-1E8A-025F-6A3EABC1F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036"/>
                <a:ext cx="28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260" name="Line 28">
                <a:extLst>
                  <a:ext uri="{FF2B5EF4-FFF2-40B4-BE49-F238E27FC236}">
                    <a16:creationId xmlns:a16="http://schemas.microsoft.com/office/drawing/2014/main" id="{B8DA6070-0F67-D30D-18E6-53605FBAC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0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63" name="Text Box 31">
                <a:extLst>
                  <a:ext uri="{FF2B5EF4-FFF2-40B4-BE49-F238E27FC236}">
                    <a16:creationId xmlns:a16="http://schemas.microsoft.com/office/drawing/2014/main" id="{410E00F5-D0F1-5A30-21F8-FFC44D479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016"/>
                <a:ext cx="15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95264" name="Line 32">
                <a:extLst>
                  <a:ext uri="{FF2B5EF4-FFF2-40B4-BE49-F238E27FC236}">
                    <a16:creationId xmlns:a16="http://schemas.microsoft.com/office/drawing/2014/main" id="{F65A30A7-024F-D381-128B-BF7DC9D50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064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5269" name="Group 37">
              <a:extLst>
                <a:ext uri="{FF2B5EF4-FFF2-40B4-BE49-F238E27FC236}">
                  <a16:creationId xmlns:a16="http://schemas.microsoft.com/office/drawing/2014/main" id="{20978FA0-F749-721D-6BFA-800BF096E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9" y="1804"/>
              <a:ext cx="535" cy="356"/>
              <a:chOff x="809" y="1804"/>
              <a:chExt cx="535" cy="356"/>
            </a:xfrm>
          </p:grpSpPr>
          <p:sp>
            <p:nvSpPr>
              <p:cNvPr id="95266" name="Text Box 34">
                <a:extLst>
                  <a:ext uri="{FF2B5EF4-FFF2-40B4-BE49-F238E27FC236}">
                    <a16:creationId xmlns:a16="http://schemas.microsoft.com/office/drawing/2014/main" id="{89FB42F3-1B6F-44DB-B985-31B272B9D2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9" y="1804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0">
                    <a:latin typeface="Helvetica" panose="020B0604020202020204" pitchFamily="34" charset="0"/>
                  </a:rPr>
                  <a:t>head</a:t>
                </a:r>
              </a:p>
            </p:txBody>
          </p:sp>
          <p:sp>
            <p:nvSpPr>
              <p:cNvPr id="95267" name="Line 35">
                <a:extLst>
                  <a:ext uri="{FF2B5EF4-FFF2-40B4-BE49-F238E27FC236}">
                    <a16:creationId xmlns:a16="http://schemas.microsoft.com/office/drawing/2014/main" id="{22E04265-4719-7EA7-78C0-DCC3F2193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68" name="Line 36">
                <a:extLst>
                  <a:ext uri="{FF2B5EF4-FFF2-40B4-BE49-F238E27FC236}">
                    <a16:creationId xmlns:a16="http://schemas.microsoft.com/office/drawing/2014/main" id="{6F5EFB9A-908E-1430-42DE-0DF254043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5271" name="Text Box 39">
              <a:extLst>
                <a:ext uri="{FF2B5EF4-FFF2-40B4-BE49-F238E27FC236}">
                  <a16:creationId xmlns:a16="http://schemas.microsoft.com/office/drawing/2014/main" id="{EC6B5478-68C1-9F91-D3F0-291DE283D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" y="2496"/>
              <a:ext cx="51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current</a:t>
              </a:r>
            </a:p>
          </p:txBody>
        </p:sp>
        <p:sp>
          <p:nvSpPr>
            <p:cNvPr id="95272" name="Line 40">
              <a:extLst>
                <a:ext uri="{FF2B5EF4-FFF2-40B4-BE49-F238E27FC236}">
                  <a16:creationId xmlns:a16="http://schemas.microsoft.com/office/drawing/2014/main" id="{97FC37D1-F432-9F89-050E-AFA8FB7A0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73" name="Line 41">
              <a:extLst>
                <a:ext uri="{FF2B5EF4-FFF2-40B4-BE49-F238E27FC236}">
                  <a16:creationId xmlns:a16="http://schemas.microsoft.com/office/drawing/2014/main" id="{EAF91038-7348-1E36-6678-DFA1D0B37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3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74" name="Text Box 42">
              <a:extLst>
                <a:ext uri="{FF2B5EF4-FFF2-40B4-BE49-F238E27FC236}">
                  <a16:creationId xmlns:a16="http://schemas.microsoft.com/office/drawing/2014/main" id="{93B4A5CC-D935-CB32-AE8D-299115C78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5" y="2140"/>
              <a:ext cx="48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size=5</a:t>
              </a:r>
            </a:p>
          </p:txBody>
        </p:sp>
      </p:grpSp>
      <p:sp>
        <p:nvSpPr>
          <p:cNvPr id="95275" name="Rectangle 43">
            <a:extLst>
              <a:ext uri="{FF2B5EF4-FFF2-40B4-BE49-F238E27FC236}">
                <a16:creationId xmlns:a16="http://schemas.microsoft.com/office/drawing/2014/main" id="{3652660D-9E80-E5AF-B13A-D4FB64C4C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99013"/>
            <a:ext cx="82264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95400" indent="-3810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2800" b="0">
              <a:latin typeface="Helvetica" panose="020B060402020202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sz="2800" b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ECDFE67-2F41-3B8C-F807-B720327F7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E0759A5C-86EA-4E23-2180-874344E95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725987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Helvetica" panose="020B0604020202020204" pitchFamily="34" charset="0"/>
              </a:rPr>
              <a:t>Note some features of the list: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Need a </a:t>
            </a:r>
            <a:r>
              <a:rPr lang="en-US" altLang="en-US" sz="2800" i="1">
                <a:latin typeface="Helvetica" panose="020B0604020202020204" pitchFamily="34" charset="0"/>
              </a:rPr>
              <a:t>head</a:t>
            </a:r>
            <a:r>
              <a:rPr lang="en-US" altLang="en-US" sz="2800">
                <a:latin typeface="Helvetica" panose="020B0604020202020204" pitchFamily="34" charset="0"/>
              </a:rPr>
              <a:t> to point to the first node of the list. Otherwise we won’t know where the start of the list is.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973F86A8-D795-DC05-A770-6C9C0215D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42EE8A1D-353B-F8D1-41CA-0A3CBC505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725987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Helvetica" panose="020B0604020202020204" pitchFamily="34" charset="0"/>
              </a:rPr>
              <a:t>Note some features of the list: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Need a </a:t>
            </a:r>
            <a:r>
              <a:rPr lang="en-US" altLang="en-US" sz="2800" i="1">
                <a:latin typeface="Helvetica" panose="020B0604020202020204" pitchFamily="34" charset="0"/>
              </a:rPr>
              <a:t>head</a:t>
            </a:r>
            <a:r>
              <a:rPr lang="en-US" altLang="en-US" sz="2800">
                <a:latin typeface="Helvetica" panose="020B0604020202020204" pitchFamily="34" charset="0"/>
              </a:rPr>
              <a:t> to point to the first node of the list. Otherwise we won’t know where the start of the list is.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</a:t>
            </a:r>
            <a:r>
              <a:rPr lang="en-US" altLang="en-US" sz="2800" i="1">
                <a:latin typeface="Helvetica" panose="020B0604020202020204" pitchFamily="34" charset="0"/>
              </a:rPr>
              <a:t>current</a:t>
            </a:r>
            <a:r>
              <a:rPr lang="en-US" altLang="en-US" sz="2800">
                <a:latin typeface="Helvetica" panose="020B0604020202020204" pitchFamily="34" charset="0"/>
              </a:rPr>
              <a:t> here is a pointer, not an index.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D44AE2AF-339D-33E2-904F-849663E1E5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20AFACE9-C9F6-8F71-5925-62AEB2525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725987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latin typeface="Helvetica" panose="020B0604020202020204" pitchFamily="34" charset="0"/>
              </a:rPr>
              <a:t>Note some features of the list: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Need a </a:t>
            </a:r>
            <a:r>
              <a:rPr lang="en-US" altLang="en-US" sz="2800" i="1">
                <a:latin typeface="Helvetica" panose="020B0604020202020204" pitchFamily="34" charset="0"/>
              </a:rPr>
              <a:t>head</a:t>
            </a:r>
            <a:r>
              <a:rPr lang="en-US" altLang="en-US" sz="2800">
                <a:latin typeface="Helvetica" panose="020B0604020202020204" pitchFamily="34" charset="0"/>
              </a:rPr>
              <a:t> to point to the first node of the list. Otherwise we won’t know where the start of the list is.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</a:t>
            </a:r>
            <a:r>
              <a:rPr lang="en-US" altLang="en-US" sz="2800" i="1">
                <a:latin typeface="Helvetica" panose="020B0604020202020204" pitchFamily="34" charset="0"/>
              </a:rPr>
              <a:t>current</a:t>
            </a:r>
            <a:r>
              <a:rPr lang="en-US" altLang="en-US" sz="2800">
                <a:latin typeface="Helvetica" panose="020B0604020202020204" pitchFamily="34" charset="0"/>
              </a:rPr>
              <a:t> here is a pointer, not an index.</a:t>
            </a:r>
          </a:p>
          <a:p>
            <a:pPr marL="533400" indent="-5334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next field in the last node points to </a:t>
            </a:r>
            <a:r>
              <a:rPr lang="en-US" altLang="en-US" sz="2800" i="1">
                <a:latin typeface="Helvetica" panose="020B0604020202020204" pitchFamily="34" charset="0"/>
              </a:rPr>
              <a:t>nothing</a:t>
            </a:r>
            <a:r>
              <a:rPr lang="en-US" altLang="en-US" sz="2800">
                <a:latin typeface="Helvetica" panose="020B0604020202020204" pitchFamily="34" charset="0"/>
              </a:rPr>
              <a:t>. We will place the memory address NULL which is guaranteed to be inaccessible.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9D24B5A-A0BD-D92F-433C-E644A46F5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Linked List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9A5F46E2-449C-779B-900A-E5D1A6439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293813"/>
            <a:ext cx="8226425" cy="6873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Actual picture in memory: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67BA11C3-8D45-DB3D-2681-4A68F448A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1905000"/>
            <a:ext cx="1447800" cy="457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3" name="Line 5">
            <a:extLst>
              <a:ext uri="{FF2B5EF4-FFF2-40B4-BE49-F238E27FC236}">
                <a16:creationId xmlns:a16="http://schemas.microsoft.com/office/drawing/2014/main" id="{413C28CC-348B-ECCE-3DBF-A7232169C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2209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4" name="Line 6">
            <a:extLst>
              <a:ext uri="{FF2B5EF4-FFF2-40B4-BE49-F238E27FC236}">
                <a16:creationId xmlns:a16="http://schemas.microsoft.com/office/drawing/2014/main" id="{924885C9-E5EC-406C-CA8B-6F34BD1E8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2514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6" name="Line 8">
            <a:extLst>
              <a:ext uri="{FF2B5EF4-FFF2-40B4-BE49-F238E27FC236}">
                <a16:creationId xmlns:a16="http://schemas.microsoft.com/office/drawing/2014/main" id="{0E135D6F-9176-D00C-DE90-B7D677169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3124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7" name="Line 9">
            <a:extLst>
              <a:ext uri="{FF2B5EF4-FFF2-40B4-BE49-F238E27FC236}">
                <a16:creationId xmlns:a16="http://schemas.microsoft.com/office/drawing/2014/main" id="{7C51D489-AD41-4314-BE5D-DF903E416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953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8" name="Line 10">
            <a:extLst>
              <a:ext uri="{FF2B5EF4-FFF2-40B4-BE49-F238E27FC236}">
                <a16:creationId xmlns:a16="http://schemas.microsoft.com/office/drawing/2014/main" id="{78EB7372-3AE9-9F95-15A3-A5C23C432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5257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9" name="Line 11">
            <a:extLst>
              <a:ext uri="{FF2B5EF4-FFF2-40B4-BE49-F238E27FC236}">
                <a16:creationId xmlns:a16="http://schemas.microsoft.com/office/drawing/2014/main" id="{07E648B6-87ED-709B-71FD-B64898E4D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5562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0" name="Line 12">
            <a:extLst>
              <a:ext uri="{FF2B5EF4-FFF2-40B4-BE49-F238E27FC236}">
                <a16:creationId xmlns:a16="http://schemas.microsoft.com/office/drawing/2014/main" id="{8A3F46FD-A72C-8454-B5F4-71746D827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586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1" name="Line 13">
            <a:extLst>
              <a:ext uri="{FF2B5EF4-FFF2-40B4-BE49-F238E27FC236}">
                <a16:creationId xmlns:a16="http://schemas.microsoft.com/office/drawing/2014/main" id="{D4D43E72-525D-27D2-E2D2-E191BC32D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038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2" name="Line 14">
            <a:extLst>
              <a:ext uri="{FF2B5EF4-FFF2-40B4-BE49-F238E27FC236}">
                <a16:creationId xmlns:a16="http://schemas.microsoft.com/office/drawing/2014/main" id="{77CE9B3A-384A-E1DC-D17C-33B3A685A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343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3" name="Line 15">
            <a:extLst>
              <a:ext uri="{FF2B5EF4-FFF2-40B4-BE49-F238E27FC236}">
                <a16:creationId xmlns:a16="http://schemas.microsoft.com/office/drawing/2014/main" id="{B1D60764-D7B4-685C-FFCF-136ABB47A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648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4" name="Line 16">
            <a:extLst>
              <a:ext uri="{FF2B5EF4-FFF2-40B4-BE49-F238E27FC236}">
                <a16:creationId xmlns:a16="http://schemas.microsoft.com/office/drawing/2014/main" id="{466C16A4-5158-A020-C1A7-577A4353C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3429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5" name="Line 17">
            <a:extLst>
              <a:ext uri="{FF2B5EF4-FFF2-40B4-BE49-F238E27FC236}">
                <a16:creationId xmlns:a16="http://schemas.microsoft.com/office/drawing/2014/main" id="{02FDA5E9-6CEC-C018-9568-6A7F3F24E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3733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6" name="Line 18">
            <a:extLst>
              <a:ext uri="{FF2B5EF4-FFF2-40B4-BE49-F238E27FC236}">
                <a16:creationId xmlns:a16="http://schemas.microsoft.com/office/drawing/2014/main" id="{AEDD04CE-4D9C-4955-F5FA-E28613BEE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2819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7" name="Text Box 19">
            <a:extLst>
              <a:ext uri="{FF2B5EF4-FFF2-40B4-BE49-F238E27FC236}">
                <a16:creationId xmlns:a16="http://schemas.microsoft.com/office/drawing/2014/main" id="{13E1CA6A-FE18-A880-0FEB-A52CD40EF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19050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1051</a:t>
            </a:r>
          </a:p>
        </p:txBody>
      </p:sp>
      <p:sp>
        <p:nvSpPr>
          <p:cNvPr id="99348" name="Text Box 20">
            <a:extLst>
              <a:ext uri="{FF2B5EF4-FFF2-40B4-BE49-F238E27FC236}">
                <a16:creationId xmlns:a16="http://schemas.microsoft.com/office/drawing/2014/main" id="{439F7A8B-E79A-72FC-9084-6458BFEF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2209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1052</a:t>
            </a:r>
          </a:p>
        </p:txBody>
      </p:sp>
      <p:sp>
        <p:nvSpPr>
          <p:cNvPr id="99349" name="Text Box 21">
            <a:extLst>
              <a:ext uri="{FF2B5EF4-FFF2-40B4-BE49-F238E27FC236}">
                <a16:creationId xmlns:a16="http://schemas.microsoft.com/office/drawing/2014/main" id="{16E7606F-EBF6-1D24-1E61-20830C12F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7613" y="3124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1055</a:t>
            </a:r>
          </a:p>
        </p:txBody>
      </p:sp>
      <p:sp>
        <p:nvSpPr>
          <p:cNvPr id="99350" name="Text Box 22">
            <a:extLst>
              <a:ext uri="{FF2B5EF4-FFF2-40B4-BE49-F238E27FC236}">
                <a16:creationId xmlns:a16="http://schemas.microsoft.com/office/drawing/2014/main" id="{7F447ABD-AFB0-C06F-2AE6-7C6E28006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7613" y="43434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1059</a:t>
            </a:r>
          </a:p>
        </p:txBody>
      </p:sp>
      <p:sp>
        <p:nvSpPr>
          <p:cNvPr id="99351" name="Text Box 23">
            <a:extLst>
              <a:ext uri="{FF2B5EF4-FFF2-40B4-BE49-F238E27FC236}">
                <a16:creationId xmlns:a16="http://schemas.microsoft.com/office/drawing/2014/main" id="{4F643576-6254-54DC-DC97-0ACE6107C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4648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1060</a:t>
            </a:r>
          </a:p>
        </p:txBody>
      </p:sp>
      <p:sp>
        <p:nvSpPr>
          <p:cNvPr id="99352" name="Text Box 24">
            <a:extLst>
              <a:ext uri="{FF2B5EF4-FFF2-40B4-BE49-F238E27FC236}">
                <a16:creationId xmlns:a16="http://schemas.microsoft.com/office/drawing/2014/main" id="{D927DD09-7170-3571-A94F-4B694535D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49530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1061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7A9A1987-D41A-EBC9-09E7-F5257BD06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5257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1062</a:t>
            </a:r>
          </a:p>
        </p:txBody>
      </p:sp>
      <p:sp>
        <p:nvSpPr>
          <p:cNvPr id="99354" name="Text Box 26">
            <a:extLst>
              <a:ext uri="{FF2B5EF4-FFF2-40B4-BE49-F238E27FC236}">
                <a16:creationId xmlns:a16="http://schemas.microsoft.com/office/drawing/2014/main" id="{43E50BB9-8D32-3A6C-452A-5D0B707AB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5562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1063</a:t>
            </a:r>
          </a:p>
        </p:txBody>
      </p:sp>
      <p:sp>
        <p:nvSpPr>
          <p:cNvPr id="99355" name="Text Box 27">
            <a:extLst>
              <a:ext uri="{FF2B5EF4-FFF2-40B4-BE49-F238E27FC236}">
                <a16:creationId xmlns:a16="http://schemas.microsoft.com/office/drawing/2014/main" id="{70CF8D79-9407-971F-FC6B-A19ED5E38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58674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1064</a:t>
            </a:r>
          </a:p>
        </p:txBody>
      </p:sp>
      <p:sp>
        <p:nvSpPr>
          <p:cNvPr id="99356" name="Text Box 28">
            <a:extLst>
              <a:ext uri="{FF2B5EF4-FFF2-40B4-BE49-F238E27FC236}">
                <a16:creationId xmlns:a16="http://schemas.microsoft.com/office/drawing/2014/main" id="{F315F3BC-7B86-B59F-7BC9-D37214CDF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34290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1056</a:t>
            </a:r>
          </a:p>
        </p:txBody>
      </p:sp>
      <p:sp>
        <p:nvSpPr>
          <p:cNvPr id="99357" name="Text Box 29">
            <a:extLst>
              <a:ext uri="{FF2B5EF4-FFF2-40B4-BE49-F238E27FC236}">
                <a16:creationId xmlns:a16="http://schemas.microsoft.com/office/drawing/2014/main" id="{1D6CC655-181C-C770-B42D-5043DF75D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3733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1057</a:t>
            </a:r>
          </a:p>
        </p:txBody>
      </p:sp>
      <p:sp>
        <p:nvSpPr>
          <p:cNvPr id="99358" name="Text Box 30">
            <a:extLst>
              <a:ext uri="{FF2B5EF4-FFF2-40B4-BE49-F238E27FC236}">
                <a16:creationId xmlns:a16="http://schemas.microsoft.com/office/drawing/2014/main" id="{F5691C44-2004-B625-0460-E2A44E9E9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4038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1058</a:t>
            </a:r>
          </a:p>
        </p:txBody>
      </p:sp>
      <p:sp>
        <p:nvSpPr>
          <p:cNvPr id="99359" name="Text Box 31">
            <a:extLst>
              <a:ext uri="{FF2B5EF4-FFF2-40B4-BE49-F238E27FC236}">
                <a16:creationId xmlns:a16="http://schemas.microsoft.com/office/drawing/2014/main" id="{45D945D8-C003-745E-ACCB-31D96253A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138" y="2514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1053</a:t>
            </a:r>
          </a:p>
        </p:txBody>
      </p:sp>
      <p:sp>
        <p:nvSpPr>
          <p:cNvPr id="99360" name="Text Box 32">
            <a:extLst>
              <a:ext uri="{FF2B5EF4-FFF2-40B4-BE49-F238E27FC236}">
                <a16:creationId xmlns:a16="http://schemas.microsoft.com/office/drawing/2014/main" id="{80E232BF-CEB7-3407-1BDA-7ECE04295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00" y="2819400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1054</a:t>
            </a:r>
          </a:p>
        </p:txBody>
      </p:sp>
      <p:sp>
        <p:nvSpPr>
          <p:cNvPr id="99361" name="Text Box 33">
            <a:extLst>
              <a:ext uri="{FF2B5EF4-FFF2-40B4-BE49-F238E27FC236}">
                <a16:creationId xmlns:a16="http://schemas.microsoft.com/office/drawing/2014/main" id="{DB012788-5E3C-39A8-8054-8596FDD2C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28194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99362" name="Text Box 34">
            <a:extLst>
              <a:ext uri="{FF2B5EF4-FFF2-40B4-BE49-F238E27FC236}">
                <a16:creationId xmlns:a16="http://schemas.microsoft.com/office/drawing/2014/main" id="{52EFE651-3037-A2EE-7996-7BD206EA0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19050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6</a:t>
            </a:r>
          </a:p>
        </p:txBody>
      </p:sp>
      <p:sp>
        <p:nvSpPr>
          <p:cNvPr id="99363" name="Text Box 35">
            <a:extLst>
              <a:ext uri="{FF2B5EF4-FFF2-40B4-BE49-F238E27FC236}">
                <a16:creationId xmlns:a16="http://schemas.microsoft.com/office/drawing/2014/main" id="{F738CB62-DFFA-0EEB-B605-6F1E6AD7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55626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8</a:t>
            </a:r>
          </a:p>
        </p:txBody>
      </p:sp>
      <p:sp>
        <p:nvSpPr>
          <p:cNvPr id="99364" name="Text Box 36">
            <a:extLst>
              <a:ext uri="{FF2B5EF4-FFF2-40B4-BE49-F238E27FC236}">
                <a16:creationId xmlns:a16="http://schemas.microsoft.com/office/drawing/2014/main" id="{9BF2E1D4-4C3F-1E46-8876-78B7616E9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37338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99365" name="Text Box 37">
            <a:extLst>
              <a:ext uri="{FF2B5EF4-FFF2-40B4-BE49-F238E27FC236}">
                <a16:creationId xmlns:a16="http://schemas.microsoft.com/office/drawing/2014/main" id="{2B371342-3A61-D3E3-78D2-13B79FA36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46482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99366" name="Text Box 38">
            <a:extLst>
              <a:ext uri="{FF2B5EF4-FFF2-40B4-BE49-F238E27FC236}">
                <a16:creationId xmlns:a16="http://schemas.microsoft.com/office/drawing/2014/main" id="{AC245105-8ACF-D0B0-C8AB-822854105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3124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1051</a:t>
            </a:r>
          </a:p>
        </p:txBody>
      </p:sp>
      <p:sp>
        <p:nvSpPr>
          <p:cNvPr id="99367" name="Text Box 39">
            <a:extLst>
              <a:ext uri="{FF2B5EF4-FFF2-40B4-BE49-F238E27FC236}">
                <a16:creationId xmlns:a16="http://schemas.microsoft.com/office/drawing/2014/main" id="{903455CC-C6AD-C135-31D4-96886F68F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2209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1063</a:t>
            </a:r>
          </a:p>
        </p:txBody>
      </p:sp>
      <p:sp>
        <p:nvSpPr>
          <p:cNvPr id="99368" name="Text Box 40">
            <a:extLst>
              <a:ext uri="{FF2B5EF4-FFF2-40B4-BE49-F238E27FC236}">
                <a16:creationId xmlns:a16="http://schemas.microsoft.com/office/drawing/2014/main" id="{0C5C2391-9DCC-ACE8-CBD9-E2709E64F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58674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1057</a:t>
            </a:r>
          </a:p>
        </p:txBody>
      </p:sp>
      <p:sp>
        <p:nvSpPr>
          <p:cNvPr id="99369" name="Text Box 41">
            <a:extLst>
              <a:ext uri="{FF2B5EF4-FFF2-40B4-BE49-F238E27FC236}">
                <a16:creationId xmlns:a16="http://schemas.microsoft.com/office/drawing/2014/main" id="{04D1C82A-5137-DD90-5449-CB7CB6C02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4038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1060</a:t>
            </a:r>
          </a:p>
        </p:txBody>
      </p:sp>
      <p:sp>
        <p:nvSpPr>
          <p:cNvPr id="99370" name="Text Box 42">
            <a:extLst>
              <a:ext uri="{FF2B5EF4-FFF2-40B4-BE49-F238E27FC236}">
                <a16:creationId xmlns:a16="http://schemas.microsoft.com/office/drawing/2014/main" id="{A0D234AB-966D-86C0-6496-0588C8E24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5" y="4953000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99371" name="Text Box 43">
            <a:extLst>
              <a:ext uri="{FF2B5EF4-FFF2-40B4-BE49-F238E27FC236}">
                <a16:creationId xmlns:a16="http://schemas.microsoft.com/office/drawing/2014/main" id="{E0669DC6-ECCF-560F-6E7F-603B3DB24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257800"/>
            <a:ext cx="587375" cy="31432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head</a:t>
            </a:r>
          </a:p>
        </p:txBody>
      </p:sp>
      <p:sp>
        <p:nvSpPr>
          <p:cNvPr id="99372" name="Text Box 44">
            <a:extLst>
              <a:ext uri="{FF2B5EF4-FFF2-40B4-BE49-F238E27FC236}">
                <a16:creationId xmlns:a16="http://schemas.microsoft.com/office/drawing/2014/main" id="{3448D10E-19E3-8A5D-B5B6-B1A0E52A1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5257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1054</a:t>
            </a:r>
          </a:p>
        </p:txBody>
      </p:sp>
      <p:sp>
        <p:nvSpPr>
          <p:cNvPr id="99373" name="Text Box 45">
            <a:extLst>
              <a:ext uri="{FF2B5EF4-FFF2-40B4-BE49-F238E27FC236}">
                <a16:creationId xmlns:a16="http://schemas.microsoft.com/office/drawing/2014/main" id="{597CFA32-0659-03CF-C18A-24BDEB49A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2514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1063</a:t>
            </a:r>
          </a:p>
        </p:txBody>
      </p:sp>
      <p:sp>
        <p:nvSpPr>
          <p:cNvPr id="99374" name="Text Box 46">
            <a:extLst>
              <a:ext uri="{FF2B5EF4-FFF2-40B4-BE49-F238E27FC236}">
                <a16:creationId xmlns:a16="http://schemas.microsoft.com/office/drawing/2014/main" id="{A6B334C0-36C5-349A-E70C-65FC846EA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505075"/>
            <a:ext cx="744538" cy="31432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current</a:t>
            </a:r>
          </a:p>
        </p:txBody>
      </p:sp>
      <p:sp>
        <p:nvSpPr>
          <p:cNvPr id="99375" name="Freeform 47">
            <a:extLst>
              <a:ext uri="{FF2B5EF4-FFF2-40B4-BE49-F238E27FC236}">
                <a16:creationId xmlns:a16="http://schemas.microsoft.com/office/drawing/2014/main" id="{C3188BC1-FCF0-F7B6-DA98-941E4C81C323}"/>
              </a:ext>
            </a:extLst>
          </p:cNvPr>
          <p:cNvSpPr>
            <a:spLocks/>
          </p:cNvSpPr>
          <p:nvPr/>
        </p:nvSpPr>
        <p:spPr bwMode="auto">
          <a:xfrm flipH="1">
            <a:off x="7150100" y="2057400"/>
            <a:ext cx="876300" cy="1219200"/>
          </a:xfrm>
          <a:custGeom>
            <a:avLst/>
            <a:gdLst>
              <a:gd name="T0" fmla="*/ 552 w 552"/>
              <a:gd name="T1" fmla="*/ 768 h 768"/>
              <a:gd name="T2" fmla="*/ 120 w 552"/>
              <a:gd name="T3" fmla="*/ 432 h 768"/>
              <a:gd name="T4" fmla="*/ 72 w 552"/>
              <a:gd name="T5" fmla="*/ 192 h 768"/>
              <a:gd name="T6" fmla="*/ 552 w 552"/>
              <a:gd name="T7" fmla="*/ 0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2" h="768">
                <a:moveTo>
                  <a:pt x="552" y="768"/>
                </a:moveTo>
                <a:cubicBezTo>
                  <a:pt x="376" y="648"/>
                  <a:pt x="200" y="528"/>
                  <a:pt x="120" y="432"/>
                </a:cubicBezTo>
                <a:cubicBezTo>
                  <a:pt x="40" y="336"/>
                  <a:pt x="0" y="264"/>
                  <a:pt x="72" y="192"/>
                </a:cubicBezTo>
                <a:cubicBezTo>
                  <a:pt x="144" y="120"/>
                  <a:pt x="472" y="32"/>
                  <a:pt x="552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8" name="Freeform 50">
            <a:extLst>
              <a:ext uri="{FF2B5EF4-FFF2-40B4-BE49-F238E27FC236}">
                <a16:creationId xmlns:a16="http://schemas.microsoft.com/office/drawing/2014/main" id="{8D262BBE-0616-3E50-7DD9-EED1595BE068}"/>
              </a:ext>
            </a:extLst>
          </p:cNvPr>
          <p:cNvSpPr>
            <a:spLocks/>
          </p:cNvSpPr>
          <p:nvPr/>
        </p:nvSpPr>
        <p:spPr bwMode="auto">
          <a:xfrm>
            <a:off x="7188200" y="1943100"/>
            <a:ext cx="1803400" cy="3937000"/>
          </a:xfrm>
          <a:custGeom>
            <a:avLst/>
            <a:gdLst>
              <a:gd name="T0" fmla="*/ 0 w 1136"/>
              <a:gd name="T1" fmla="*/ 264 h 2480"/>
              <a:gd name="T2" fmla="*/ 768 w 1136"/>
              <a:gd name="T3" fmla="*/ 312 h 2480"/>
              <a:gd name="T4" fmla="*/ 1008 w 1136"/>
              <a:gd name="T5" fmla="*/ 2136 h 2480"/>
              <a:gd name="T6" fmla="*/ 0 w 1136"/>
              <a:gd name="T7" fmla="*/ 2376 h 2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36" h="2480">
                <a:moveTo>
                  <a:pt x="0" y="264"/>
                </a:moveTo>
                <a:cubicBezTo>
                  <a:pt x="300" y="132"/>
                  <a:pt x="600" y="0"/>
                  <a:pt x="768" y="312"/>
                </a:cubicBezTo>
                <a:cubicBezTo>
                  <a:pt x="936" y="624"/>
                  <a:pt x="1136" y="1792"/>
                  <a:pt x="1008" y="2136"/>
                </a:cubicBezTo>
                <a:cubicBezTo>
                  <a:pt x="880" y="2480"/>
                  <a:pt x="440" y="2428"/>
                  <a:pt x="0" y="23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80" name="Freeform 52">
            <a:extLst>
              <a:ext uri="{FF2B5EF4-FFF2-40B4-BE49-F238E27FC236}">
                <a16:creationId xmlns:a16="http://schemas.microsoft.com/office/drawing/2014/main" id="{83ADD83E-FBDB-4FFD-1CCA-A430F908E3DE}"/>
              </a:ext>
            </a:extLst>
          </p:cNvPr>
          <p:cNvSpPr>
            <a:spLocks/>
          </p:cNvSpPr>
          <p:nvPr/>
        </p:nvSpPr>
        <p:spPr bwMode="auto">
          <a:xfrm>
            <a:off x="7112000" y="3771900"/>
            <a:ext cx="1143000" cy="2247900"/>
          </a:xfrm>
          <a:custGeom>
            <a:avLst/>
            <a:gdLst>
              <a:gd name="T0" fmla="*/ 0 w 720"/>
              <a:gd name="T1" fmla="*/ 1416 h 1416"/>
              <a:gd name="T2" fmla="*/ 576 w 720"/>
              <a:gd name="T3" fmla="*/ 1032 h 1416"/>
              <a:gd name="T4" fmla="*/ 624 w 720"/>
              <a:gd name="T5" fmla="*/ 168 h 1416"/>
              <a:gd name="T6" fmla="*/ 0 w 720"/>
              <a:gd name="T7" fmla="*/ 24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0" h="1416">
                <a:moveTo>
                  <a:pt x="0" y="1416"/>
                </a:moveTo>
                <a:cubicBezTo>
                  <a:pt x="236" y="1328"/>
                  <a:pt x="472" y="1240"/>
                  <a:pt x="576" y="1032"/>
                </a:cubicBezTo>
                <a:cubicBezTo>
                  <a:pt x="680" y="824"/>
                  <a:pt x="720" y="336"/>
                  <a:pt x="624" y="168"/>
                </a:cubicBezTo>
                <a:cubicBezTo>
                  <a:pt x="528" y="0"/>
                  <a:pt x="264" y="12"/>
                  <a:pt x="0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81" name="Freeform 53">
            <a:extLst>
              <a:ext uri="{FF2B5EF4-FFF2-40B4-BE49-F238E27FC236}">
                <a16:creationId xmlns:a16="http://schemas.microsoft.com/office/drawing/2014/main" id="{3C21BC01-9027-9ACB-19D1-DD0C61144709}"/>
              </a:ext>
            </a:extLst>
          </p:cNvPr>
          <p:cNvSpPr>
            <a:spLocks/>
          </p:cNvSpPr>
          <p:nvPr/>
        </p:nvSpPr>
        <p:spPr bwMode="auto">
          <a:xfrm>
            <a:off x="7112000" y="4191000"/>
            <a:ext cx="711200" cy="609600"/>
          </a:xfrm>
          <a:custGeom>
            <a:avLst/>
            <a:gdLst>
              <a:gd name="T0" fmla="*/ 0 w 448"/>
              <a:gd name="T1" fmla="*/ 0 h 384"/>
              <a:gd name="T2" fmla="*/ 384 w 448"/>
              <a:gd name="T3" fmla="*/ 144 h 384"/>
              <a:gd name="T4" fmla="*/ 384 w 448"/>
              <a:gd name="T5" fmla="*/ 288 h 384"/>
              <a:gd name="T6" fmla="*/ 48 w 448"/>
              <a:gd name="T7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8" h="384">
                <a:moveTo>
                  <a:pt x="0" y="0"/>
                </a:moveTo>
                <a:cubicBezTo>
                  <a:pt x="160" y="48"/>
                  <a:pt x="320" y="96"/>
                  <a:pt x="384" y="144"/>
                </a:cubicBezTo>
                <a:cubicBezTo>
                  <a:pt x="448" y="192"/>
                  <a:pt x="440" y="248"/>
                  <a:pt x="384" y="288"/>
                </a:cubicBezTo>
                <a:cubicBezTo>
                  <a:pt x="328" y="328"/>
                  <a:pt x="188" y="356"/>
                  <a:pt x="48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84" name="Line 56">
            <a:extLst>
              <a:ext uri="{FF2B5EF4-FFF2-40B4-BE49-F238E27FC236}">
                <a16:creationId xmlns:a16="http://schemas.microsoft.com/office/drawing/2014/main" id="{0D864EED-2743-DDCA-A4F3-A39C5F38B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6574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85" name="Line 57">
            <a:extLst>
              <a:ext uri="{FF2B5EF4-FFF2-40B4-BE49-F238E27FC236}">
                <a16:creationId xmlns:a16="http://schemas.microsoft.com/office/drawing/2014/main" id="{5E43EF60-8F25-4152-EC2B-A8FCF05F7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9388" name="Group 60">
            <a:extLst>
              <a:ext uri="{FF2B5EF4-FFF2-40B4-BE49-F238E27FC236}">
                <a16:creationId xmlns:a16="http://schemas.microsoft.com/office/drawing/2014/main" id="{835E3142-7CE7-F8F3-012B-B3DFC11DF00B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670300"/>
            <a:ext cx="685800" cy="336550"/>
            <a:chOff x="1488" y="1996"/>
            <a:chExt cx="432" cy="212"/>
          </a:xfrm>
        </p:grpSpPr>
        <p:sp>
          <p:nvSpPr>
            <p:cNvPr id="99389" name="Rectangle 61">
              <a:extLst>
                <a:ext uri="{FF2B5EF4-FFF2-40B4-BE49-F238E27FC236}">
                  <a16:creationId xmlns:a16="http://schemas.microsoft.com/office/drawing/2014/main" id="{8D5C02A3-38A3-98DC-9FB7-86AFE911F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16"/>
              <a:ext cx="28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90" name="Line 62">
              <a:extLst>
                <a:ext uri="{FF2B5EF4-FFF2-40B4-BE49-F238E27FC236}">
                  <a16:creationId xmlns:a16="http://schemas.microsoft.com/office/drawing/2014/main" id="{73BBB2E5-0D6F-A6A8-F242-355ACD17B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91" name="Text Box 63">
              <a:extLst>
                <a:ext uri="{FF2B5EF4-FFF2-40B4-BE49-F238E27FC236}">
                  <a16:creationId xmlns:a16="http://schemas.microsoft.com/office/drawing/2014/main" id="{41278366-6B23-55A8-EE0A-E82F58B81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996"/>
              <a:ext cx="15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99392" name="Line 64">
              <a:extLst>
                <a:ext uri="{FF2B5EF4-FFF2-40B4-BE49-F238E27FC236}">
                  <a16:creationId xmlns:a16="http://schemas.microsoft.com/office/drawing/2014/main" id="{1EA4CE92-1C4D-D40B-2079-97B26D404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9393" name="Rectangle 65">
            <a:extLst>
              <a:ext uri="{FF2B5EF4-FFF2-40B4-BE49-F238E27FC236}">
                <a16:creationId xmlns:a16="http://schemas.microsoft.com/office/drawing/2014/main" id="{81E69A64-FFD6-4F1C-73AE-D3152D82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7020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94" name="Line 66">
            <a:extLst>
              <a:ext uri="{FF2B5EF4-FFF2-40B4-BE49-F238E27FC236}">
                <a16:creationId xmlns:a16="http://schemas.microsoft.com/office/drawing/2014/main" id="{2B1DAF59-B690-251F-6B5C-679D5E055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95" name="Text Box 67">
            <a:extLst>
              <a:ext uri="{FF2B5EF4-FFF2-40B4-BE49-F238E27FC236}">
                <a16:creationId xmlns:a16="http://schemas.microsoft.com/office/drawing/2014/main" id="{8AC8C45D-F86B-8652-1A57-4EF21CBB7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70300"/>
            <a:ext cx="249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6</a:t>
            </a:r>
          </a:p>
        </p:txBody>
      </p:sp>
      <p:sp>
        <p:nvSpPr>
          <p:cNvPr id="99396" name="Line 68">
            <a:extLst>
              <a:ext uri="{FF2B5EF4-FFF2-40B4-BE49-F238E27FC236}">
                <a16:creationId xmlns:a16="http://schemas.microsoft.com/office/drawing/2014/main" id="{C5350CA0-1827-64C0-339F-13C110339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54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97" name="Rectangle 69">
            <a:extLst>
              <a:ext uri="{FF2B5EF4-FFF2-40B4-BE49-F238E27FC236}">
                <a16:creationId xmlns:a16="http://schemas.microsoft.com/office/drawing/2014/main" id="{DB9DA06C-CB35-97EF-E538-5C251FB91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7020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98" name="Line 70">
            <a:extLst>
              <a:ext uri="{FF2B5EF4-FFF2-40B4-BE49-F238E27FC236}">
                <a16:creationId xmlns:a16="http://schemas.microsoft.com/office/drawing/2014/main" id="{F66E1437-B504-EE04-13EB-218DB5C80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99" name="Text Box 71">
            <a:extLst>
              <a:ext uri="{FF2B5EF4-FFF2-40B4-BE49-F238E27FC236}">
                <a16:creationId xmlns:a16="http://schemas.microsoft.com/office/drawing/2014/main" id="{111197E2-6625-F82C-9B2E-850C8A717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670300"/>
            <a:ext cx="249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8</a:t>
            </a:r>
          </a:p>
        </p:txBody>
      </p:sp>
      <p:sp>
        <p:nvSpPr>
          <p:cNvPr id="99400" name="Line 72">
            <a:extLst>
              <a:ext uri="{FF2B5EF4-FFF2-40B4-BE49-F238E27FC236}">
                <a16:creationId xmlns:a16="http://schemas.microsoft.com/office/drawing/2014/main" id="{C11857B0-0DEB-7DB2-5367-955B18F5C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854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1" name="Rectangle 73">
            <a:extLst>
              <a:ext uri="{FF2B5EF4-FFF2-40B4-BE49-F238E27FC236}">
                <a16:creationId xmlns:a16="http://schemas.microsoft.com/office/drawing/2014/main" id="{6B75C0D0-33C4-84A7-29CA-21D816575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020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402" name="Line 74">
            <a:extLst>
              <a:ext uri="{FF2B5EF4-FFF2-40B4-BE49-F238E27FC236}">
                <a16:creationId xmlns:a16="http://schemas.microsoft.com/office/drawing/2014/main" id="{CEDC2A31-85D7-2690-A03A-35C637997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3" name="Text Box 75">
            <a:extLst>
              <a:ext uri="{FF2B5EF4-FFF2-40B4-BE49-F238E27FC236}">
                <a16:creationId xmlns:a16="http://schemas.microsoft.com/office/drawing/2014/main" id="{E172C3F8-104B-1143-68BF-F5D61B82C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70300"/>
            <a:ext cx="249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99404" name="Line 76">
            <a:extLst>
              <a:ext uri="{FF2B5EF4-FFF2-40B4-BE49-F238E27FC236}">
                <a16:creationId xmlns:a16="http://schemas.microsoft.com/office/drawing/2014/main" id="{84FC252D-E19F-157A-279E-523D23053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8544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5" name="Rectangle 77">
            <a:extLst>
              <a:ext uri="{FF2B5EF4-FFF2-40B4-BE49-F238E27FC236}">
                <a16:creationId xmlns:a16="http://schemas.microsoft.com/office/drawing/2014/main" id="{43C85493-FA69-35CB-FAA8-48E1F0296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70205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406" name="Line 78">
            <a:extLst>
              <a:ext uri="{FF2B5EF4-FFF2-40B4-BE49-F238E27FC236}">
                <a16:creationId xmlns:a16="http://schemas.microsoft.com/office/drawing/2014/main" id="{5D880C82-56DA-46B0-68F6-F00887B8F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7020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7" name="Text Box 79">
            <a:extLst>
              <a:ext uri="{FF2B5EF4-FFF2-40B4-BE49-F238E27FC236}">
                <a16:creationId xmlns:a16="http://schemas.microsoft.com/office/drawing/2014/main" id="{337B51E2-B12F-5511-B3FF-F08B1C8EF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670300"/>
            <a:ext cx="249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99408" name="Line 80">
            <a:extLst>
              <a:ext uri="{FF2B5EF4-FFF2-40B4-BE49-F238E27FC236}">
                <a16:creationId xmlns:a16="http://schemas.microsoft.com/office/drawing/2014/main" id="{CB0EDB26-D793-0EFA-EE89-6EA6A7800B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7465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0" name="Text Box 82">
            <a:extLst>
              <a:ext uri="{FF2B5EF4-FFF2-40B4-BE49-F238E27FC236}">
                <a16:creationId xmlns:a16="http://schemas.microsoft.com/office/drawing/2014/main" id="{4AF83010-DB5C-D885-AF02-B9970602B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3016250"/>
            <a:ext cx="635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head</a:t>
            </a:r>
          </a:p>
        </p:txBody>
      </p:sp>
      <p:sp>
        <p:nvSpPr>
          <p:cNvPr id="99412" name="Line 84">
            <a:extLst>
              <a:ext uri="{FF2B5EF4-FFF2-40B4-BE49-F238E27FC236}">
                <a16:creationId xmlns:a16="http://schemas.microsoft.com/office/drawing/2014/main" id="{F5C83FB3-DC05-2EA2-D2E7-489E57FD5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3210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3" name="Text Box 85">
            <a:extLst>
              <a:ext uri="{FF2B5EF4-FFF2-40B4-BE49-F238E27FC236}">
                <a16:creationId xmlns:a16="http://schemas.microsoft.com/office/drawing/2014/main" id="{C58166F6-618D-E9EB-FCC8-24A14ABC5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4311650"/>
            <a:ext cx="817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Helvetica" panose="020B0604020202020204" pitchFamily="34" charset="0"/>
              </a:rPr>
              <a:t>current</a:t>
            </a:r>
          </a:p>
        </p:txBody>
      </p:sp>
      <p:sp>
        <p:nvSpPr>
          <p:cNvPr id="99415" name="Line 87">
            <a:extLst>
              <a:ext uri="{FF2B5EF4-FFF2-40B4-BE49-F238E27FC236}">
                <a16:creationId xmlns:a16="http://schemas.microsoft.com/office/drawing/2014/main" id="{FE863A56-59FF-43D1-9F05-4F00CD03C2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0068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21" name="Line 93">
            <a:extLst>
              <a:ext uri="{FF2B5EF4-FFF2-40B4-BE49-F238E27FC236}">
                <a16:creationId xmlns:a16="http://schemas.microsoft.com/office/drawing/2014/main" id="{3E030148-DCC1-1644-FA7F-8949995D1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6172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23" name="Text Box 95">
            <a:extLst>
              <a:ext uri="{FF2B5EF4-FFF2-40B4-BE49-F238E27FC236}">
                <a16:creationId xmlns:a16="http://schemas.microsoft.com/office/drawing/2014/main" id="{F4562E79-33E3-2C1F-8661-58DB5BC8D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6172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Helvetica" panose="020B0604020202020204" pitchFamily="34" charset="0"/>
              </a:rPr>
              <a:t>1065</a:t>
            </a:r>
          </a:p>
        </p:txBody>
      </p:sp>
      <p:sp>
        <p:nvSpPr>
          <p:cNvPr id="99426" name="Freeform 98">
            <a:extLst>
              <a:ext uri="{FF2B5EF4-FFF2-40B4-BE49-F238E27FC236}">
                <a16:creationId xmlns:a16="http://schemas.microsoft.com/office/drawing/2014/main" id="{871B645A-168A-F3B3-3B92-4EE8699F9AF4}"/>
              </a:ext>
            </a:extLst>
          </p:cNvPr>
          <p:cNvSpPr>
            <a:spLocks/>
          </p:cNvSpPr>
          <p:nvPr/>
        </p:nvSpPr>
        <p:spPr bwMode="auto">
          <a:xfrm>
            <a:off x="7150100" y="2971800"/>
            <a:ext cx="850900" cy="2438400"/>
          </a:xfrm>
          <a:custGeom>
            <a:avLst/>
            <a:gdLst>
              <a:gd name="T0" fmla="*/ 0 w 536"/>
              <a:gd name="T1" fmla="*/ 1536 h 1536"/>
              <a:gd name="T2" fmla="*/ 432 w 536"/>
              <a:gd name="T3" fmla="*/ 1248 h 1536"/>
              <a:gd name="T4" fmla="*/ 528 w 536"/>
              <a:gd name="T5" fmla="*/ 384 h 1536"/>
              <a:gd name="T6" fmla="*/ 384 w 536"/>
              <a:gd name="T7" fmla="*/ 144 h 1536"/>
              <a:gd name="T8" fmla="*/ 0 w 536"/>
              <a:gd name="T9" fmla="*/ 0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6" h="1536">
                <a:moveTo>
                  <a:pt x="0" y="1536"/>
                </a:moveTo>
                <a:cubicBezTo>
                  <a:pt x="172" y="1488"/>
                  <a:pt x="344" y="1440"/>
                  <a:pt x="432" y="1248"/>
                </a:cubicBezTo>
                <a:cubicBezTo>
                  <a:pt x="520" y="1056"/>
                  <a:pt x="536" y="568"/>
                  <a:pt x="528" y="384"/>
                </a:cubicBezTo>
                <a:cubicBezTo>
                  <a:pt x="520" y="200"/>
                  <a:pt x="472" y="208"/>
                  <a:pt x="384" y="144"/>
                </a:cubicBezTo>
                <a:cubicBezTo>
                  <a:pt x="296" y="80"/>
                  <a:pt x="148" y="40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808080"/>
      </a:dk1>
      <a:lt1>
        <a:srgbClr val="FFFFFF"/>
      </a:lt1>
      <a:dk2>
        <a:srgbClr val="990033"/>
      </a:dk2>
      <a:lt2>
        <a:srgbClr val="FFFFFF"/>
      </a:lt2>
      <a:accent1>
        <a:srgbClr val="A50021"/>
      </a:accent1>
      <a:accent2>
        <a:srgbClr val="3333CC"/>
      </a:accent2>
      <a:accent3>
        <a:srgbClr val="CAAAAD"/>
      </a:accent3>
      <a:accent4>
        <a:srgbClr val="DADADA"/>
      </a:accent4>
      <a:accent5>
        <a:srgbClr val="CFAAAB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533400" marR="0" indent="-5334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533400" marR="0" indent="-5334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808080"/>
        </a:dk1>
        <a:lt1>
          <a:srgbClr val="FFFFFF"/>
        </a:lt1>
        <a:dk2>
          <a:srgbClr val="990033"/>
        </a:dk2>
        <a:lt2>
          <a:srgbClr val="FFFFFF"/>
        </a:lt2>
        <a:accent1>
          <a:srgbClr val="A50021"/>
        </a:accent1>
        <a:accent2>
          <a:srgbClr val="3333CC"/>
        </a:accent2>
        <a:accent3>
          <a:srgbClr val="CAAAAD"/>
        </a:accent3>
        <a:accent4>
          <a:srgbClr val="DADADA"/>
        </a:accent4>
        <a:accent5>
          <a:srgbClr val="CFAAAB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5100</TotalTime>
  <Words>952</Words>
  <Application>Microsoft Office PowerPoint</Application>
  <PresentationFormat>On-screen Show (4:3)</PresentationFormat>
  <Paragraphs>273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Default Design</vt:lpstr>
      <vt:lpstr>PowerPoint Presentation</vt:lpstr>
      <vt:lpstr>Implementing Lists</vt:lpstr>
      <vt:lpstr>Implementing Lists</vt:lpstr>
      <vt:lpstr>List Implementation</vt:lpstr>
      <vt:lpstr>Implementing Lists</vt:lpstr>
      <vt:lpstr>Implementing Lists</vt:lpstr>
      <vt:lpstr>Implementing Lists</vt:lpstr>
      <vt:lpstr>Implementing Lists</vt:lpstr>
      <vt:lpstr>Implementing Lists</vt:lpstr>
      <vt:lpstr>Implementing Lists</vt:lpstr>
      <vt:lpstr>Implementing Lists</vt:lpstr>
      <vt:lpstr>Analysis of Array Lists</vt:lpstr>
      <vt:lpstr>Analysis of Array Lists</vt:lpstr>
      <vt:lpstr>List Using Linked Memory</vt:lpstr>
      <vt:lpstr>List Using Linked Memory</vt:lpstr>
      <vt:lpstr>List Using Linked Memory</vt:lpstr>
      <vt:lpstr>List Using Linked Memory</vt:lpstr>
      <vt:lpstr>List Using Linked Memory</vt:lpstr>
      <vt:lpstr>Linked List</vt:lpstr>
      <vt:lpstr>Linked List</vt:lpstr>
      <vt:lpstr>Linked List</vt:lpstr>
      <vt:lpstr>Linked List</vt:lpstr>
      <vt:lpstr>Linked List</vt:lpstr>
      <vt:lpstr>Linked List</vt:lpstr>
    </vt:vector>
  </TitlesOfParts>
  <Company>Techlogix (Pvt)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aslam</dc:creator>
  <cp:lastModifiedBy>Aleena Batool</cp:lastModifiedBy>
  <cp:revision>172</cp:revision>
  <dcterms:created xsi:type="dcterms:W3CDTF">2002-08-03T08:00:25Z</dcterms:created>
  <dcterms:modified xsi:type="dcterms:W3CDTF">2025-10-20T04:25:01Z</dcterms:modified>
</cp:coreProperties>
</file>